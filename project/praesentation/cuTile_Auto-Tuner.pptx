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zur Pruning-Folie. PRUNING rechnet vier Dinge vor dem Compile: (1) alle Prim-Groessen Vielfache von 16 (fp16-Tensor-Cores); (2) Shared Memory pro Block = (m_prim·k_prim + k_prim·n_prim) · 2 Byte (fp16) · 2 (Double-Buffering) muss ins nutzbare SMEM (101376 − 1024 ≈ 100 KB) passen → 126 Configs raus; (3) der fp32-Akku braucht m_prim·n_prim Register (1 pro Element), unter der halben Registerdatei (½·65536 = 32768) → 18 raus; (4) gepaddetes Volumen ≤ 8× Original. RANKING schaetzt den DRAM-Traffic: A wird pro Gruppen-Spalte geladen, B pro Gruppen-Zeile, C einmal → Traffic ≈ [ M·K·ceil(N/(n_l2·n_prim)) + K·N·ceil(M/(m_l2·m_prim)) + M·N ] · 2 Byte. Groessere L2-Gruppe = kleinere ceil-Terme = weniger Traffic (das ist der L2-Reuse im Modell). Zeit = Traffic / Bandbreite, BW = mem_clock · (Bus/8) ≈ 273 GB/s (GB10, LPDDR). Die Roofline nimmt max(t_mem, t_compute) mit t_compute = 2·M·N·K / (Peak · util), Peak = SMs · Takt · FMAs · 2 ≈ 119 TFLOPS. Alle Hardware-Werte kommen aus device_props — deshalb ist das Modell portabel (auf der 3070 andere Zahlen, gleiche Formeln).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haben wir die Reihenfolge definiert (verify + make_executable): die Dimensionen stehen immer in der Ordnung PAR links, dann SEQ, dann PRIM rechts. Regeln aus verify(): (1) keine K-Dim darf PAR sein (Reduktion nicht parallel), (2) alle SEQ links von allen PRIM, (3) alle PAR links von allen SEQ, (4) die rechtesten Dims sind PRIM und muessen je &gt;=1 M-, N- und K-Dim enthalten (das ist die mma-Kachel). Der Tuner splittet jede M/N-Dim in l2_outer x l2 x prim und K in outer x prim, markiert die letzte M/N/K-Dim als PRIM und legt den Rest ab: m_l2/n_l2 werden in Variante A als PAR (Swizzle ueber die Block-ID) gesetzt, in Variante B als SEQ-Loops im CTA. A06 legt zusaetzlich die unabhaengigen Batches (a,c,b) als PAR und die zweite Reduktion s als SEQ ab. Kurz: der Tuner sucht nur die Groessen und A/B — die Struktur/Reihenfolge ist fix, verify() garantiert die Gueltigkeit. Den konkreten Kernel-Code dazu haben wir auf Folie 7 (A05) und 9 (A06).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(49.84).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Balken: Default (naive 8x8), Tuner-Pick (bester der Modell-Top-7 = was der Tuner praktisch liefert), Bench Best (bestes von 342 gemessenen Configs = Voll-Sweep-Optimum), torch (cuBLAS). Auf regulaeren GEMMs ist der Tuner-Pick ~= Default (bestaetigt das Handtuning); die Bench-Best liegt nur ~1-3 % drueber, nur bei krumm deutlich (26.6 -&gt; 41.8, +58 %). ENTSCHEIDEND fuer die Frage 'schlaegt torch unsere Bench-Best?': ja, auf 7/8 GEMM-Shapes liegt torch ueber unserer absoluten Bench-Best (nur die hand-getunte a05-Referenz zieht knapp vorbei). Der Grund ist nicht die Config-Suche, sondern die Kernel-Reife: cuBLAS nutzt hand-optimiertes SASS-Assembly, Split-K, ausgefeiltes Pipelining/Scheduling — Reife, die unser generisches ct.Constant-Template nicht erreicht. Das ist ehrlich und erwartbar; cuBLAS auf GEMM zu schlagen war nie das Ziel.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Referenz-Shape: Tuner ~60 gegen Handkernel 49.84 (+24 %), gegen die mismatchte 8x8-Default 26.3 (2.29x — aber das ist die falsche Messlatte), gleichauf mit frischem torch 60.2. Der Gewinn kommt aus k_prim=32: der Handkernel nahm p=64 als einen mma-Tile, der Tuner teilt in zwei 32er-Kacheln. Ueber alle 8 Ring-Shapes 1.10-2.47x ueber Default, alle 171 Configs je Shape korrekt inkl. Padding. Vierter Balken (Bench Best = bestes von 171): schlaegt torch dort, wo dessen Ring-Pfad schlecht ist (square, tall, wide, large_k), verliert wo torch einen guten Pfad findet (small_k, krumm, batch). Anders als bei A05 (wo cuBLAS immer gewinnt) ist die Ring-Familie also der Fall, in dem sich der eigene Kernel lohnt.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Kostenmodelle. bw (reine Bandbreite) rankt schlecht (Spearman +0.03) — falsche Physik, die GB10 hat 25 MB L2, fast alles resident, Knappheit ist Compute/Occupancy. v2 (bw + Register-Filter) +0.38 und 97.8 % top-7 -&gt; bleibt Default. roofline (max(memory,compute), L2-bewusst, selbst-umschaltend) korreliert am besten (+0.50), ist aber schlechterer Vorfilter (85.5 %), gerade weil er das Compute-Regime richtig trifft. Take-away: Korrelation != Vorfilter-Guete.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Absolute TFLOPS der GB10 und 3070 zu vergleichen ist nicht sinnvoll (andere Peak-Leistung, Bandbreite, L2: 25 MB vs 4 MB). Vergleichbar ist der Optimierungshebel: der Speedup Tuner/Default pro Shape. Ergebnis: der Hebel wirkt auf beiden Karten, auf der 3070 sogar staerker (Ø 1.88x vs 1.36x) — der aus dem GB10-Handtuning stammende 8x8-Default passt auf der 3070 schlechter, also holt der Tuner dort mehr raus. Und die gemessen beste Config ist in 16/16 Shapes zwischen den Karten verschieden (GB10 mag 128/128, die 3070 oft 64/128 oder 256/64 mit anderem k_prim/L2). Das ist das Argument fuer GPU-spezifisches Autotuning und warum das GPU-Modell im Cache-Key steht. Portabilitaet ist by construction (alles aus device_props) — jetzt auch auf einer zweiten, bandbreitenlimitierten GPU bestaetigt.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gemessen beste Config ist in 16/16 Shapes zwischen GB10 und 3070 verschieden: die GB10 mag grosse 128x128-Tiles (25 MB L2 vertraegt sie), die 3070 kleineres k_prim=32 und oft asymmetrische/64-breite Tiles. Der Autotuner (v2-Modell, nur top-7 gemessen) trifft im Schnitt ~96 % (GB10) bzw. ~90 % (3070) des Optimums — auf der 3070 etwas unzuverlaessiger (einzelne Shapes wie krumm/square_1b fallen auf ~60-75 %). KOSTEN: eine Shape zu tunen (top-7 kompilieren+messen) kostet auf der GB10 ~3 s. Auf der 3070 lief alles unter WSL, wo der gcc-Compile viel langsamer ist — je nach Shape ~3 s bis ~2 min (ein voller Sweep dauerte dort bis ~1.9 h vs. ~5 min auf der GB10). Es ist ein Einmalkosten-Posten, der gecacht wird, und der Nutzen ist auf der 3070 groesser (Oe 1.88x) — fuer wiederverwendete Shapes lohnt es sich, fuer Einmalrechnungen auf der 3070 grenzwertig. BEWERTUNGSMETHODE: das Roofline-Modell schaltet sein Regime selbst per device_props um (max(memory,compute)). Interessant: die GB10 ist die bandbreiten-limitierte Karte (273 GB/s LPDDR, 3/16 Shapes memory-bound), die 3070 bleibt compute-bound (448 GB/s GDDR6, 0/16). Der praktische Tuner (autotune.py) nutzt aber fest v2, weil v2 auf beiden Karten der bessere top-7-Vorfilter ist (roofline korreliert global besser: Spearman +0.57 vs v2 +0.19 auf der 3070, ist aber schlechterer Vorfilter: 83 % vs 91 %).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>
                <a:solidFill>
                  <a:srgbClr val="C3D4EA"/>
                </a:solidFill>
                <a:latin typeface="Calibri"/>
              </a:rPr>
              <a:t>Aus Einsum-String + Shapes automatisch eine gute cuTile-Tiling-Config finden — gemessen, nicht geraten.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36" y="1600200"/>
            <a:ext cx="5543687" cy="310896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74532"/>
            <a:ext cx="5394960" cy="244939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4572000"/>
            <a:ext cx="5394960" cy="1133856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4645152"/>
            <a:ext cx="5074920" cy="987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0B0B0B"/>
                </a:solidFill>
                <a:latin typeface="Calibri"/>
              </a:rPr>
              <a:t>Was Filter 2 &amp; 3 rechnen  (Formeln → nächste Folie)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SMEM  (m·k + k·n)·2 B·2 Stages ≤ 100 KB   → 126 raus</a:t>
            </a:r>
          </a:p>
          <a:p>
            <a:pPr algn="l"/>
            <a:r>
              <a:rPr sz="1050" b="0" i="0">
                <a:solidFill>
                  <a:srgbClr val="3F3E3A"/>
                </a:solidFill>
                <a:latin typeface="Calibri"/>
              </a:rPr>
              <a:t>Akku  m_prim·n_prim ≤ ½·65536 (fp32-Reg)   → 18 raus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Pruning und Kostenmodell konkret rechnen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fig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8821" y="1572768"/>
            <a:ext cx="8703877" cy="41148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Alles aus device_props ausgelesen (SMEM / Register / Bandbreite / Peak) — nur Tile-Form, k_prim und L2-Gruppe variiert der Tuner.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UMSETZUNG · CONFIG-AUFBAU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wir die Reihenfolge der Dimensionen definiert haben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fig_exec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3070" y="1517904"/>
            <a:ext cx="8955379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Jede Config ist by construction gültig: die Reihenfolge PAR │ SEQ │ PRIM steht fest (verify), der Tuner variiert nur die Split-Größen und A/B.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Benchmark-Setup: acht Shape-Regime je 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reg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5154"/>
            <a:ext cx="7223760" cy="3636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74519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Pro Shape: Tuner vs. Default (8×8) vs. torch.einsum;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fp16 rein, fp32 Akku; jede Config gegen torch.einsum geprüft (allclose).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8×342 (A05) + 8×171 (A06): 0 Fehlschläge, inkl. Padding-Pfad (krumm).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GPU: NVIDIA GB10 — 48 SMs, 25 MB L2, integrierter LPDDR.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Acht Regime decken square / rechteckig / K-Extreme / unteilbar / Batch ab — fair gegen drei Referenzen, alles korrekt.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568" y="1554480"/>
            <a:ext cx="6779743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1920240"/>
            <a:ext cx="26517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Tuner-Pick (top-7) ≈ Default → bestätigt die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Bench-Best (von 342) nur knapp drüber;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350" b="0" i="0">
                <a:solidFill>
                  <a:srgbClr val="3F3E3A"/>
                </a:solidFill>
                <a:latin typeface="Calibri"/>
              </a:rPr>
              <a:t>Aber: selbst die Bench-Best bleibt auf GEMM unter cuBLAS.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Warum verliert selbst unsere Bench-Best gegen torch? cuBLAS ist eine gereifte GEMM-Library (hand-optimiertes SASS, Split-K, Pipelining) — das schlägt ein einfaches Template.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099" y="1572768"/>
            <a:ext cx="6774520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911405"/>
            <a:ext cx="4023360" cy="34375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Anders als GEMM: unsere Bench-Best schlägt torch, wo dessen Ring-Pfad schlecht ist (tall, large_k); der Tuner schlägt zudem den Handkernel (+24 %, aus k_prim=32).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bw (Bandbreite): falsche Physik — 25 MB L2.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v2 (bw + Reg-Filter): 97.8 % top-7 → Default.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roofline: beste Korrelation, schaltet Regime selbst 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Derselbe Hebel, aber andere Config pro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16</a:t>
            </a:r>
          </a:p>
        </p:txBody>
      </p:sp>
      <p:pic>
        <p:nvPicPr>
          <p:cNvPr id="7" name="Picture 6" descr="fig_crossgpu_l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389" y="1572768"/>
            <a:ext cx="7262740" cy="4069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Tuning hilft auf beiden Karten (Ø 1.36× GB10, 1.88× 3070) und die optimale Config ist in 16/16 Shapes verschieden — genau deshalb: GPU-spezifisch tunen + cachen.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der Tuner pro GPU wählt — und was es kostet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17</a:t>
            </a:r>
          </a:p>
        </p:txBody>
      </p:sp>
      <p:pic>
        <p:nvPicPr>
          <p:cNvPr id="7" name="Picture 6" descr="fig_config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8356"/>
            <a:ext cx="7635240" cy="3832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874519"/>
            <a:ext cx="34290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Optimum in 16/16 Shapes verschieden — pro GPU eine andere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Autotuner (v2, top-7) trifft ⌀ 96 % (GB10) / 90 % (3070) des Optimums.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Kosten: GB10 ~3 s/Shape; 3070 (WSL-Compile) ~3 s–2 min — Compile dominiert.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schaltet sein Regime selbst um; praktisch bleibt v2 der beste Vorfilter.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Pro GPU von Hand zu tunen ist nicht machbar — das nimmt der gecachte Tuner ab, ohne auf eine Karte zu overfitten.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(+24 %).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 — auf GB10 und 3070 bestätigt: Hebel wirkt, beste Config je GPU verschieden.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