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Projekt B: Auto-Tuner fuer Tensor-Kontraktionen. Ziel: das Hand-Tuning aus A05/A06 automatisieren. Eingabe Einsum+Shapes, Ausgabe eine gute Tiling-Config, per do_bench gemessen. Zwei Testfaelle: batched Matmul (A05) und Tensor-Ring (A06). Alles auf der GB10.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A05/A06 haben wir die Tiling-Config von Hand begruendet. Das funktioniert, skaliert aber nicht auf neue Kontraktionen/Shapes/GPUs. Kernbeobachtung aus der Vorlesung: die Performance steckt in der Konfiguration (Tile-Groessen, Ausfuehrungsreihenfolge), nicht im Kernel-Code. Scope: kein allgemeiner Compiler, sondern ein kleiner Such-/Messloop.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Teil 1 (Person 1): wie der Tuner gebaut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Eine Config = Tile-Groessen + Ausfuehrungsreihenfolge. Prim-Tiles sind die mma-Kachel, die ein CTA rechnet. Die L2-Gruppe m_l2 x n_l2 sind benachbarte Bloecke, die zeitlich nah laufen, sodass A-Zeile und B-Spalte im L2 resident bleiben (Gegenstueck zu group_size_m im Triton-Matmul-Tutorial). Zwei Varianten: A = m_l2/n_l2 als PAR (Swizzle ueber die Block-ID), B = als SEQ-Loops im 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Fester Ablauf: generate_config erzeugt die Basic-Config; enumerate_candidates spannt den Suchraum auf (486); prune filtert statisch (342); rank sortiert per Kostenmodell (v2); tune kompiliert die Top-k, prueft gegen torch.einsum und misst mit do_bench; die Beste wird gecacht (Key = Einsum + Shapes + GPU-Modell). enumerate/prune/rank sind reines Python ohne GPU, nur tune braucht die Karte.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Suchraum ist bewusst klein. 3^5 * 2 = 486 (nicht die 81 aus dem Pitch, die zaehlten nur Tile-Kombis ohne asymmetrisches m_l2!=n_l2 und ohne die 2. Variante). Wichtiger Akzeptanztest: die handoptimierte A05-Config (128/128/64, 8x8, A) muss im Set sein. Krumme Shapes gehen nicht direkt durch split_dim (exakte Teilbarkeit), also padden wir hoch und nullen den Ueberhang.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Kern-Entscheidung: keine Kernel-Strings per exec(), sondern EIN generischer cuTile-Kernel pro Variante, Tile-Groessen als ct.Constant[int]. Der JIT spezialisiert pro Konstanten-Kombination (wie Triton constexpr). Auf der GB10 verifiziert: kompiliert, korrekt, spezialisiert pro Wert, ~0.4 s Compile. Variante A dekodiert m_l2/n_l2 ueber die Block-ID (Swizzle).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Vier Filter vor dem Kompilieren: (1) MMA-Teilbarkeit, (2) SMEM-Budget (hart), (3) Akku-Register, (4) Padding-Verschwendung. Ehrlich: A05 nur 486-&gt;342 (126 SMEM + 18 Register). Grund: SMEM haengt nur an den Prim-Groessen, nicht an m_l2/n_l2 oder der Variante — die kann statisches Pruning gar nicht anfassen. Und die L2-Reuse-Regel aus der Vorlesung greift auf der GB10 nicht (Working-Set ~256 KB gegen 25 MB L2). Also verschiebt sich die Entscheidung auf die Messung.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A06-Ring acspx,bspy-&gt;abcyx: zwei Reduktionen (s,p), mehrere Output-Dims. Der eigentliche Knackpunkt ist die Batch-Topologie: A05 hat einen geteilten Batch c, A06 unabhaengige Batches (a,c nur in A, b nur in B). Der A05-Kernel indiziert A und B mit demselben c_idx — A06 kann das nicht ausdruecken. Deshalb ein zweiter Kernel-Typ (Ring-Kernel) mit Per-Tile-permute und aeusserer SEQ-Schleife ueber s. Enumerator 243 -&gt; Pruning 171 (nur Variante A). Der Single-M/N/K-Pfad (A05) bleibt bitgleich.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Teil 2 (Person 2): wie gut das Ganze misst.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Gemessen wird pro Shape: getunter Kernel, Default (naive 8x8), torch.einsum (cuBLAS), bei A06 zusaetzlich der Handkernel (49.84). fp16 rein, fp32 Akku. Jede Config wird gegen torch.einsum geprueft (allclose rtol=1e-2/atol=1e-1). Ergebnis: 8x342 (A05) + 8x171 (A06), alle korrekt, 0 Fehlschlaege, inkl. der unteilbaren krumm-Shapes. GB10: 48 SMs, 25 MB L2, integriert.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Auf regulaeren GEMMs ist der Tuner ~1.00x = er bestaetigt das Handtuning. Wo die feste 8x8-Gruppe schlecht passt, gewinnt er: large_k +7 %, krumm +58 % (41.8 vs 26.6). Im Schnitt 1.03x, nie schlechter, 97.6 % des absoluten Optimums. Robuste Quasi-Universal-Config 128/128/64 (7 von 8), nur large_k will k_prim=128. 256-breite Tiles sind Gift (Registerbudget).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Auf reinem GEMM gewinnt cuBLAS (Tuner ~77 % von torch, geom. Mittel) — erwartbar, cuBLAS ist eine gereifte Library. Auf Ring-Shapes ist der Tuner im Mittel leicht vorn (~1.17x geom.), sehr shape-abhaengig: gross wo torchs Pfad schlecht ist (tall 3.95x, large_k 2.65x), schwach wo gut (krumm 0.38x). Ehrliche Korrektur: der Assignment-Wert A06_TORCH_EINSUM=16.18 ist veraltet; frisch macht dieselbe Shape 60.22 TFLOPS, gleichauf mit dem Tuner.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Referenz-Shape: Tuner ~60 gegen Handkernel 49.84 (+24 %), gegen die mismatchte 8x8-Default 26.3 (2.29x — aber das ist die falsche Messlatte), gleichauf mit frischem torch 60.2. Der Gewinn kommt aus k_prim=32: der Handkernel nahm p=64 als einen mma-Tile, der Tuner teilt in zwei 32er-Kacheln. Ueber alle 8 Ring-Shapes 1.10-2.47x ueber Default, alle 171 Configs je Shape korrekt inkl. Padding.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 Truth = Voll-Sweep. Frage: zieht das Modell die real beste Config in die Top-k? Drei Stufen: top-7 (~3 s) -&gt; im Schnitt 97 % des Optimums; top-45 (~18 s) -&gt; 99 %; Voll-Sweep (~3 min) -&gt; 100 %. Die exakt Beste erwischt top-7 meist nicht (sie sitzt im Modell tief, das Spitzenfeld liegt innerhalb ~3 % im Messrauschen). Kostet aber praktisch nichts an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Kostenmodelle. bw (reine Bandbreite) rankt schlecht (Spearman +0.03) — falsche Physik, die GB10 hat 25 MB L2, fast alles resident, Knappheit ist Compute/Occupancy. v2 (bw + Register-Filter) +0.38 und 97.8 % top-7 -&gt; bleibt Default. roofline (max(memory,compute), L2-bewusst, selbst-umschaltend) korreliert am besten (+0.50), ist aber schlechterer Vorfilter (85.5 %), gerade weil er das Compute-Regime richtig trifft. Take-away: Korrelation != Vorfilter-Guete.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Tuner soll nicht auf eine GPU overfitten. Weil die optimale L2-Gruppe von der L2-Groesse abhaengt, ist das GPU-Modell im Cache-Key. GB10 (25 MB L2, integriert, eher DRAM-limitiert) vs. RTX 3070 (diskret, kleines L2, bandbreitenlimitiert). Erwartung: das Roofline-Modell schaltet auf memory um, andere Gewinner-Configs. Portabilitaet ist by construction (device_props), aber bisher nur auf der GB10 validiert — die 3070-Messung steht noch aus (Platzhalter-Balken).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Tuning lohnt sich ueber Wiederverwendung. Eine Kontraktion laeuft ~8 ms, die 3 s Tuning amortisieren sich, sobald dieselbe Shape oft laeuft — im Training/Inferenz der Normalfall (feste Layer-Dims). Config-Cache (cache.py + autotune.py), Key inkl. GPU-Modell. End-to-end bestaetigt: 16 Shapes getunt &amp; gecacht, 2. Aufruf Cache-Hit, Top-7-Picks bei ~95-100 %. Nur bei stark dynamischen Shapes geht die Rechnung nicht auf -&gt; Bucketing/Padding.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Kernaussagen: A05 reproduziert Hand, A06 transferiert und schlaegt den Handkernel, cuBLAS wird auf GEMM nicht geschlagen (Wert = Allgemeinheit + Gewinne wo die Library keinen Pfad hat), das Modell taugt als Vorfilter (v2) aber nicht als exakter Ranker, und der Praxiswert ist GPU-spezifisches, gecachtes Tuning. Wichtigste Erkenntnis: die Eingrenzung ist das Sichere, die Entscheidung muss man messen.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224528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GPU / cuTile · Projekt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2057400"/>
            <a:ext cx="106070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Auto-Tuning für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Tensor-Kontraktionen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0" i="0">
                <a:solidFill>
                  <a:srgbClr val="C3D4EA"/>
                </a:solidFill>
                <a:latin typeface="Calibri"/>
              </a:rPr>
              <a:t>Aus Einsum-String + Shapes automatisch eine gute cuTile-Tiling-Config finden — gemessen, nicht geraten.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5156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Niklas Becker-Klöser · Daria Elagina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898781"/>
                </a:solidFill>
                <a:latin typeface="Calibri"/>
              </a:rPr>
              <a:t>cmk,ckn→cmn   ·   acspx,bspy→abcyx   ·   NVIDIA GB10 (DGX Spark)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RECAP · PROBLEM &amp; ZIEL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Von Hand getunt skaliert nicht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6035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A05 &amp; A06: L2-optimale Aufteilung von Hand hergeleitet.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Für jede neue Kontraktion / Shape / GPU: neu nachdenken.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Ziel: Eingabe = Einsum + Shapes  →  Ausgabe = gute Config.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Kein allgemeiner Tensor-Compiler — zwei Familien, Configs getunt.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783080"/>
            <a:ext cx="4480560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9659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0B0B"/>
                </a:solidFill>
                <a:latin typeface="Calibri"/>
              </a:rPr>
              <a:t>Zwei Testfälle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14600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2A78D6"/>
                </a:solidFill>
                <a:latin typeface="Calibri"/>
              </a:rPr>
              <a:t>A05 · batched Matmul</a:t>
            </a:r>
          </a:p>
          <a:p>
            <a:pPr algn="l"/>
            <a:r>
              <a:rPr sz="1700" b="0" i="0">
                <a:solidFill>
                  <a:srgbClr val="0B0B0B"/>
                </a:solidFill>
                <a:latin typeface="Calibri"/>
              </a:rPr>
              <a:t>cmk, ckn → cmn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94760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EB6834"/>
                </a:solidFill>
                <a:latin typeface="Calibri"/>
              </a:rPr>
              <a:t>A06 · Tensor-Ring</a:t>
            </a:r>
          </a:p>
          <a:p>
            <a:pPr algn="l"/>
            <a:r>
              <a:rPr sz="1700" b="0" i="0">
                <a:solidFill>
                  <a:srgbClr val="0B0B0B"/>
                </a:solidFill>
                <a:latin typeface="Calibri"/>
              </a:rPr>
              <a:t>acspx, bspy → abcyx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Die Performance steckt in der Config, nicht im Kernel-Code — genau das automatisieren wir.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87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TEIL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9260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Umsetzung &amp; Architektur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114800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3D4EA"/>
                </a:solidFill>
                <a:latin typeface="Calibri"/>
              </a:rPr>
              <a:t>Pipeline · Suchraum · Kernel · Pruning · A06-Transfer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VORLESUNGS-RECAP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ist eine Tiling-Config?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02</a:t>
            </a:r>
          </a:p>
        </p:txBody>
      </p:sp>
      <p:pic>
        <p:nvPicPr>
          <p:cNvPr id="7" name="Picture 6" descr="fig_ti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380" y="1554480"/>
            <a:ext cx="6213719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1000" y="1828800"/>
            <a:ext cx="3611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Prim-Tiles M/N/K_PRIM: die mma-Kachel eines CTA.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L2-Gruppe m_l2×n_l2: zeitlich nahe Blöcke → L2-Reuse.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Exec-Reihenfolge PAR | SEQ | PRIM (K nie PAR).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Variante A = Swizzle, B = SEQ-Loops.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L2-Reuse entsteht durch die zeitliche Block-Gruppe, nicht durch eine räumliche Kachel.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Die Tuner-Pipeline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490" y="1600200"/>
            <a:ext cx="9620539" cy="39776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generate → enumerate → prune → rank offline (reines Python); nur die Top-7 werden auf der GPU gemessen.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Suchraum: die Knöpfe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5943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M_PRIM, N_PRIM ∈ {64, 128, 256}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K_PRIM ∈ {32, 64, 128}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M_L2, N_L2 ∈ {2, 4, 8}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Variante ∈ {A, B}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783080"/>
            <a:ext cx="4617720" cy="16002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965960"/>
            <a:ext cx="42976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 i="0">
                <a:solidFill>
                  <a:srgbClr val="0B0B0B"/>
                </a:solidFill>
                <a:latin typeface="Calibri"/>
              </a:rPr>
              <a:t>3 · 3 · 3 · 3 · 3 · 2  =  </a:t>
            </a:r>
            <a:r>
              <a:rPr sz="3000" b="1" i="0">
                <a:solidFill>
                  <a:srgbClr val="2A78D6"/>
                </a:solidFill>
                <a:latin typeface="Calibri"/>
              </a:rPr>
              <a:t>486</a:t>
            </a:r>
          </a:p>
          <a:p>
            <a:pPr algn="l"/>
            <a:r>
              <a:rPr sz="1250" b="0" i="0">
                <a:solidFill>
                  <a:srgbClr val="3F3E3A"/>
                </a:solidFill>
                <a:latin typeface="Calibri"/>
              </a:rPr>
              <a:t>Kandidaten  (nicht die „81" aus dem Pitch)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3657600"/>
            <a:ext cx="4617720" cy="1371600"/>
          </a:xfrm>
          <a:prstGeom prst="roundRect">
            <a:avLst/>
          </a:prstGeom>
          <a:solidFill>
            <a:srgbClr val="EAF5EC"/>
          </a:solidFill>
          <a:ln w="12700">
            <a:solidFill>
              <a:srgbClr val="BFE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3840480"/>
            <a:ext cx="42976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C830C"/>
                </a:solidFill>
                <a:latin typeface="Calibri"/>
              </a:rPr>
              <a:t>✓  Akzeptanztest</a:t>
            </a:r>
          </a:p>
          <a:p>
            <a:pPr algn="l"/>
            <a:r>
              <a:rPr sz="1350" b="0" i="0">
                <a:solidFill>
                  <a:srgbClr val="3F3E3A"/>
                </a:solidFill>
                <a:latin typeface="Calibri"/>
              </a:rPr>
              <a:t>Die handoptimierte A05-Config ist im Set — sonst könnte der Tuner sie nie finden.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Bewusst klein &amp; hardware-sinnvoll gehalten; krumme Shapes werden hochgepaddet (PaddingMode.ZERO).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2 ·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Ein generischer Kernel — kein String-Codegen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05</a:t>
            </a:r>
          </a:p>
        </p:txBody>
      </p:sp>
      <p:pic>
        <p:nvPicPr>
          <p:cNvPr id="7" name="Picture 6" descr="code_variant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503" y="1554480"/>
            <a:ext cx="6668672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874519"/>
            <a:ext cx="3154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Tile-Größen als ct.Constant → JIT spezialisiert pro Wert.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Keine fragilen String-Templates / exec().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Variante A: Swizzle über die Block-ID.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Korrektheit gegen torch.einsum (allclose).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Compile ~0.4 s pro Config, auf der GB10 verifiziert — der ganze Ansatz hängt an dieser Spezialisierung.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3 · PRUNING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Statisch eingrenzen — und wie weit wirklich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06</a:t>
            </a:r>
          </a:p>
        </p:txBody>
      </p:sp>
      <p:pic>
        <p:nvPicPr>
          <p:cNvPr id="7" name="Picture 6" descr="fig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91" y="1600200"/>
            <a:ext cx="5706737" cy="3200400"/>
          </a:xfrm>
          <a:prstGeom prst="rect">
            <a:avLst/>
          </a:prstGeom>
        </p:spPr>
      </p:pic>
      <p:pic>
        <p:nvPicPr>
          <p:cNvPr id="8" name="Picture 7" descr="code_pru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98560"/>
            <a:ext cx="5394960" cy="24493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Nur 486→342: SMEM hängt nur an Prim-Größen — m_l2/n_l2 &amp; Variante muss man messen (25 MB L2 killt die L2-Regel).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ERWEITERUNG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A06: eine zweite Struktur-Familie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07</a:t>
            </a:r>
          </a:p>
        </p:txBody>
      </p:sp>
      <p:pic>
        <p:nvPicPr>
          <p:cNvPr id="7" name="Picture 6" descr="code_ring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574" y="1554480"/>
            <a:ext cx="672909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874519"/>
            <a:ext cx="3246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Nicht „doppeltes K" — die Batch-Topologie ist das Problem.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A05: geteilter Batch c. A06: unabhängige a,c (A) und b (B).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→ zweiter Kernel-Typ (Ring), kein Umbau.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Der Tuner sucht Configs, nicht Kernel — A05-Pfad bleibt bitgleich.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Wie cuBLAS/CUTLASS (Template-Menge) oder Triton (autotune pro @jit): neue Topologie = neues Template, Configs getunt.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87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TEIL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9260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Evaluation &amp; Ergebnisse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114800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3D4EA"/>
                </a:solidFill>
                <a:latin typeface="Calibri"/>
              </a:rPr>
              <a:t>Gegen Handkernel · gegen cuBLAS · über Shapes &amp; GPUs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Benchmark-Setup &amp;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675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Pro Shape: Tuner vs. Default (8×8) vs. torch.einsum (cuBLAS); A06 auch vs. Handkernel.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fp16 rein, fp32 akkumuliert; Korrektheit via allclose gegen torch.einsum.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8 Shape-Regime je Familie: square / tall / wide / small_k / large_k / krumm / batch.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GPU: NVIDIA GB10 (DGX Spark) — 48 SMs, 25 MB L2, integrierter LPDDR.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965960"/>
            <a:ext cx="37490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0C830C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624328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3F3E3A"/>
                </a:solidFill>
                <a:latin typeface="Calibri"/>
              </a:rPr>
              <a:t>Fehlschläge bei 8×342 (A05) + 8×171 (A06)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611880"/>
            <a:ext cx="3749039" cy="15544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3767328"/>
            <a:ext cx="33832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0B0B0B"/>
                </a:solidFill>
                <a:latin typeface="Calibri"/>
              </a:rPr>
              <a:t>Padding-Pfad bestätigt</a:t>
            </a:r>
          </a:p>
          <a:p>
            <a:pPr algn="l"/>
            <a:r>
              <a:rPr sz="1250" b="0" i="0">
                <a:solidFill>
                  <a:srgbClr val="3F3E3A"/>
                </a:solidFill>
                <a:latin typeface="Calibri"/>
              </a:rPr>
              <a:t>auch die unteilbaren krumm-Shapes rechnen korrekt auf echter Hardware.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Fair gegen drei Referenzen, jede Config auf Korrektheit geprüft — alles rechnet, inklusive Padding.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A05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Tuner bestätigt die Handarbeit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09</a:t>
            </a:r>
          </a:p>
        </p:txBody>
      </p:sp>
      <p:pic>
        <p:nvPicPr>
          <p:cNvPr id="7" name="Picture 6" descr="fig_a05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441" y="1554480"/>
            <a:ext cx="6342557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0" y="1874519"/>
            <a:ext cx="2788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Regulär: 1.00–1.02× — bestätigt Hand.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large_k +7 %, krumm +58 %.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Ø 1.03×, nie schlechter, 97.6 % des Optimums.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Auf regulären GEMMs holt er nichts heraus — er gewinnt genau dort, wo die feste 8×8-Gruppe schlecht passt.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EHRLICHE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Tuner vs. cuBLAS / torch.einsum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fig_tuner_vs_t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370" y="1536192"/>
            <a:ext cx="4595098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1874519"/>
            <a:ext cx="4160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GEMM (A05): cuBLAS gewinnt (Tuner ~77 % von torch) — erwartbar.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Ring (A06): im Mittel ~1.17× vorn, sehr shape-abhängig.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Großer Gewinn, wo torchs Pfad schlecht ist (tall 3.95×, large_k 2.65×).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A06_TORCH=16.18 aus dem Assignment ist veraltet → frisch 60.2.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Der Wert ist nicht „schneller als alles", sondern: ohne Handarbeit über beliebige Kontraktionen brauchbar — und stark, wo die Library keinen guten Pfad hat.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A06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Transfer gelingt — Tuner schlägt den Handkernel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fig_a06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01" y="1572768"/>
            <a:ext cx="6342557" cy="4114800"/>
          </a:xfrm>
          <a:prstGeom prst="rect">
            <a:avLst/>
          </a:prstGeom>
        </p:spPr>
      </p:pic>
      <p:pic>
        <p:nvPicPr>
          <p:cNvPr id="8" name="Picture 7" descr="fig_a06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755154"/>
            <a:ext cx="4389120" cy="375002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Der Gewinn kommt aus k_prim=32 (Hand nahm p=64 als einen mma-Tile) — Default 26 → Hand 50 → Tuner 60 ≈ torch 60.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PRAXIS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Wie oft ist das Optimum in den Top-k?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fig_topk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70" y="1554480"/>
            <a:ext cx="6509379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965960"/>
            <a:ext cx="3063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top-7 · ~3 s · ≥ 95 %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top-45 · ~18 s · ≥ 99 %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Voll-Sweep · ~3 min · 100 %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0" i="0">
                <a:solidFill>
                  <a:srgbClr val="3F3E3A"/>
                </a:solidFill>
                <a:latin typeface="Calibri"/>
              </a:rPr>
              <a:t>Exakt-Beste sitzt tief — Spitzenfeld liegt im Messrauschen.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Als Vorauswahl reicht das Modell fast immer; als exakter Treffer selten — top-7 ist der Sweet Spot.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Besserer Ranker ≠ besserer Vorfilter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fig_ranking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738" y="1554480"/>
            <a:ext cx="5556762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246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bw (Bandbreite): falsche Physik — 25 MB L2.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v2 (bw + Reg-Filter): 97.8 % top-7 → Default.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roofline: beste Korrelation, schaltet Regime selbst um.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Höchste Korrelation ≠ beste Top-k-Ausbeute — für die Praxis zählt der Vorfilter, also v2.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AUSBLICK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Cross-GPU: ist Tuning GPU-abhängig?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14</a:t>
            </a:r>
          </a:p>
        </p:txBody>
      </p:sp>
      <p:pic>
        <p:nvPicPr>
          <p:cNvPr id="7" name="Picture 6" descr="fig_crossgpu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508" y="1554480"/>
            <a:ext cx="6468103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92024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Optimale L2-Gruppe hängt an der L2-Größe → GPU im Cache-Key.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GB10: 25 MB L2, integriert. RTX 3070: diskret, bandbreitenlimitiert.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Erwartung: roofline schaltet auf memory, andere Gewinner.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1" i="0">
                <a:solidFill>
                  <a:srgbClr val="EB6834"/>
                </a:solidFill>
                <a:latin typeface="Calibri"/>
              </a:rPr>
              <a:t>RTX-3070-Messung folgt.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Portabilität ist by construction (alles aus device_props), empirisch bisher nur auf der GB10 belegt.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EINORDNUNG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Wann sich Tuning lohnt: Cache &amp; Amortisierung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766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Eine Kontraktion läuft ~8 ms; Tuning ~3 s ist ein Einmalposten.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Im Netz sind Layer-Dims fix → millionenfach dieselbe Shape.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Config-Cache: Key = Einsum + Shapes + GPU-Modell.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Genau so machen es cuBLAS, Triton (autotune), torch.compile.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37490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2A78D6"/>
                </a:solidFill>
                <a:latin typeface="Calibri"/>
              </a:rPr>
              <a:t>~3 s → 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670048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3F3E3A"/>
                </a:solidFill>
                <a:latin typeface="Calibri"/>
              </a:rPr>
              <a:t>erste getunte Shape → jede weitere aus dem 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657600"/>
            <a:ext cx="3749039" cy="14630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3822191"/>
            <a:ext cx="33832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0B0B0B"/>
                </a:solidFill>
                <a:latin typeface="Calibri"/>
              </a:rPr>
              <a:t>End-to-end bestätigt</a:t>
            </a:r>
          </a:p>
          <a:p>
            <a:pPr algn="l"/>
            <a:r>
              <a:rPr sz="1250" b="0" i="0">
                <a:solidFill>
                  <a:srgbClr val="3F3E3A"/>
                </a:solidFill>
                <a:latin typeface="Calibri"/>
              </a:rPr>
              <a:t>16 Shapes getunt &amp; gecacht, 2. Aufruf Cache-Hit, Top-7 bei ~95–100 %.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Break-even in Sekunden bei fester Shape; für stark dynamische Shapes hilft Bucketing/Padding.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21792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789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Eingrenzen ist sicher — entscheiden muss man messen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828800" cy="5486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A05: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Tuner reproduziert Hand (Ø 1.03×), gewinnt bei krummen Shapes (+58 %).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A06: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sauberer Transfer, ein zusätzlicher Kernel-Typ, schlägt den Handkernel (+24 %).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cuBLAS: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auf GEMM nicht geschlagen — Wert ist Allgemeinheit + Gewinne ohne guten Library-Pfad.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Modell: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v2 bester Vorfilter (97.8 % @ top-7), roofline bester Ranker — messen bleibt entscheidend.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Praxis: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GPU-spezifisch + gecacht; Cross-GPU by construction, auf der 3070 noch zu bestätigen.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