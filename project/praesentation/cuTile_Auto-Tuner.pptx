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 B: Auto-Tuner fuer Tensor-Kontraktionen. Ziel: das Hand-Tuning aus A05/A06 automatisieren. Eingabe Einsum+Shapes, Ausgabe eine gute Tiling-Config, per do_bench gemessen. Zwei Testfaelle: batched Matmul (A05) und Tensor-Ring (A06). Alles auf der GB10.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A05/A06 haben wir die Tiling-Config von Hand begruendet. Das funktioniert, skaliert aber nicht auf neue Kontraktionen/Shapes/GPUs. Kernbeobachtung aus der Vorlesung: die Performance steckt in der Konfiguration (Tile-Groessen, Ausfuehrungsreihenfolge), nicht im Kernel-Code. Scope: kein allgemeiner Compiler, sondern ein kleiner Such-/Messloop.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Teil 1 (Person 1): wie der Tuner gebaut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Config = Tile-Groessen + Ausfuehrungsreihenfolge. Prim-Tiles sind die mma-Kachel, die ein CTA rechnet. Die L2-Gruppe m_l2 x n_l2 sind benachbarte Bloecke, die zeitlich nah laufen, sodass A-Zeile und B-Spalte im L2 resident bleiben (Gegenstueck zu group_size_m im Triton-Matmul-Tutorial). Zwei Varianten: A = m_l2/n_l2 als PAR (Swizzle ueber die Block-ID), B = als SEQ-Loops im 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Fester Ablauf: generate_config erzeugt die Basic-Config; enumerate_candidates spannt den Suchraum auf (486); prune filtert statisch (342); rank sortiert per Kostenmodell (v2); tune kompiliert die Top-k, prueft gegen torch.einsum und misst mit do_bench; die Beste wird gecacht (Key = Einsum + Shapes + GPU-Modell). enumerate/prune/rank sind reines Python ohne GPU, nur tune braucht die 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Suchraum ist bewusst klein. 3^5 * 2 = 486 (nicht die 81 aus dem Pitch, die zaehlten nur Tile-Kombis ohne asymmetrisches m_l2!=n_l2 und ohne die 2. Variante). Wichtiger Akzeptanztest: die handoptimierte A05-Config (128/128/64, 8x8, A) muss im Set sein. Krumme Shapes gehen nicht direkt durch split_dim (exakte Teilbarkeit), also padden wir hoch und nullen den Ueberhang.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Kern-Entscheidung: keine Kernel-Strings per exec(), sondern EIN generischer cuTile-Kernel pro Variante, Tile-Groessen als ct.Constant[int]. Der JIT spezialisiert pro Konstanten-Kombination (wie Triton constexpr). Auf der GB10 verifiziert: kompiliert, korrekt, spezialisiert pro Wert, ~0.4 s Compile. Variante A dekodiert m_l2/n_l2 ueber die Block-ID (Swizzle).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Vier Filter vor dem Kompilieren: (1) MMA-Teilbarkeit, (2) SMEM-Budget (hart), (3) Akku-Register, (4) Padding-Verschwendung. Ehrlich: A05 nur 486-&gt;342 (126 SMEM + 18 Register). Grund: SMEM haengt nur an den Prim-Groessen, nicht an m_l2/n_l2 oder der Variante — die kann statisches Pruning gar nicht anfassen. Und die L2-Reuse-Regel aus der Vorlesung greift auf der GB10 nicht (Working-Set ~256 KB gegen 25 MB L2). Also verschiebt sich die Entscheidung auf die Messung.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zur Pruning-Folie. PRUNING rechnet vier Dinge vor dem Compile: (1) alle Prim-Groessen Vielfache von 16 (fp16-Tensor-Cores); (2) Shared Memory pro Block = (m_prim·k_prim + k_prim·n_prim) · 2 Byte (fp16) · 2 (Double-Buffering) muss ins nutzbare SMEM (101376 − 1024 ≈ 100 KB) passen → 126 Configs raus; (3) der fp32-Akku braucht m_prim·n_prim Register (1 pro Element), unter der halben Registerdatei (½·65536 = 32768) → 18 raus; (4) gepaddetes Volumen ≤ 8× Original. RANKING schaetzt den DRAM-Traffic: A wird pro Gruppen-Spalte geladen, B pro Gruppen-Zeile, C einmal → Traffic ≈ [ M·K·ceil(N/(n_l2·n_prim)) + K·N·ceil(M/(m_l2·m_prim)) + M·N ] · 2 Byte. Groessere L2-Gruppe = kleinere ceil-Terme = weniger Traffic (das ist der L2-Reuse im Modell). Zeit = Traffic / Bandbreite, BW = mem_clock · (Bus/8) ≈ 273 GB/s (GB10, LPDDR). Die Roofline nimmt max(t_mem, t_compute) mit t_compute = 2·M·N·K / (Peak · util), Peak = SMs · Takt · FMAs · 2 ≈ 119 TFLOPS. Alle Hardware-Werte kommen aus device_props — deshalb ist das Modell portabel (auf der 3070 andere Zahlen, gleiche Formeln).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Modelle bekommen DENSELBEN geprunten Pool. v2 wirft zuerst die Register-Fresser raus (m_prim·n_prim &gt; 0.4·Regs, die 256-breiten Tiles) und rankt den Rest nach worst-case-DRAM-Traffic/Bandbreite -- das nimmt KEIN L2 an, groessere L2-Gruppe = weniger Nachladen. Das ist exakt die Physik einer bandbreiten-limitierten GPU mit kleinem L2 (RTX 3070, 4 MB) -&gt; auf der GB10 (25 MB) ist es 'falsche Physik', trotzdem ist es als VORFILTER top (Spearman +0.38, 97.8 % Top-7). roofline rechnet stattdessen max(t_mem_L2, t_compute): t_mem_L2 ist L2-bewusst (passt die Gruppe ins L2, nur Kaltladen, sonst worst-case), t_compute = 2MNK/(Peak·util). Es schaltet das Regime selbst per L2-Groesse um (portabel) und korreliert global am besten (+0.50) -- aber im Compute-Regime der GB10 haengt t_compute gar nicht von m_l2/n_l2 ab, viele Gleichstaende, und das L2-Reuse-Signal 2. Ordnung, das die Top-7 entscheidet, sieht der Compute-Term nicht -&gt; nur 85.5 % Top-7. Merksatz: bessere Korrelation != besserer Vorfilter. (bw ganz ohne Register-Filter: +0.03.)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A06-Ring acspx,bspy-&gt;abcyx: zwei Reduktionen (s,p), mehrere Output-Dims. Der eigentliche Knackpunkt ist die Batch-Topologie: A05 hat einen geteilten Batch c, A06 unabhaengige Batches (a,c nur in A, b nur in B). Der A05-Kernel indiziert A und B mit demselben c_idx — A06 kann das nicht ausdruecken. Deshalb ein zweiter Kernel-Typ (Ring-Kernel) mit Per-Tile-permute und aeusserer SEQ-Schleife ueber s. Enumerator 243 -&gt; Pruning 171 (nur Variante A). Der Single-M/N/K-Pfad (A05) bleibt bitgleich.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haben wir die Reihenfolge definiert (verify + make_executable): die Dimensionen stehen immer in der Ordnung PAR links, dann SEQ, dann PRIM rechts. Regeln aus verify(): (1) keine K-Dim darf PAR sein (Reduktion nicht parallel), (2) alle SEQ links von allen PRIM, (3) alle PAR links von allen SEQ, (4) die rechtesten Dims sind PRIM und muessen je &gt;=1 M-, N- und K-Dim enthalten (das ist die mma-Kachel). Der Tuner splittet jede M/N-Dim in l2_outer x l2 x prim und K in outer x prim, markiert die letzte M/N/K-Dim als PRIM und legt den Rest ab: m_l2/n_l2 werden in Variante A als PAR (Swizzle ueber die Block-ID) gesetzt, in Variante B als SEQ-Loops im CTA. A06 legt zusaetzlich die unabhaengigen Batches (a,c,b) als PAR und die zweite Reduktion s als SEQ ab. Kurz: der Tuner sucht nur die Groessen und A/B — die Struktur/Reihenfolge ist fix, verify() garantiert die Gueltigkeit. Den konkreten Kernel-Code dazu haben wir auf Folie 7 (A05) und 9 (A06).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Teil 2 (Person 2): wie gut das Ganze misst.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Gemessen wird pro Shape: getunter Kernel, Default (naive 8x8), torch.einsum (cuBLAS), bei A06 zusaetzlich der Handkernel (46.5). fp16 rein, fp32 Akku. Jede Config wird gegen torch.einsum geprueft (allclose rtol=1e-2/atol=1e-1). Ergebnis: 8x342 (A05) + 8x171 (A06), alle korrekt, 0 Fehlschlaege, inkl. der unteilbaren krumm-Shapes. GB10: 48 SMs, 25 MB L2, integriert.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Vier Balken: Default (naive 8x8), Tuner-Pick (bester der Modell-Top-7 = was der Tuner praktisch liefert), Bench Best (bestes von 342 gemessenen Configs = Voll-Sweep-Optimum), torch (cuBLAS). Auf regulaeren GEMMs ist der Tuner-Pick ~= Default (bestaetigt das Handtuning); die Bench-Best liegt nur ~1-3 % drueber, nur bei krumm deutlich (26.6 -&gt; 41.8, +58 %). ENTSCHEIDEND fuer die Frage 'schlaegt torch unsere Bench-Best?': ja, auf 7/8 GEMM-Shapes liegt torch ueber unserer absoluten Bench-Best (nur die hand-getunte a05-Referenz zieht knapp vorbei). Der Grund ist nicht die Config-Suche, sondern die Kernel-Reife: cuBLAS nutzt hand-optimiertes SASS-Assembly, Split-K, ausgefeiltes Pipelining/Scheduling — Reife, die unser generisches ct.Constant-Template nicht erreicht. Das ist ehrlich und erwartbar; cuBLAS auf GEMM zu schlagen war nie das Ziel.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Auf reinem GEMM gewinnt cuBLAS (Tuner ~77 % von torch, geom. Mittel) — erwartbar, cuBLAS ist eine gereifte Library. Auf Ring-Shapes ist der Tuner im Mittel leicht vorn (~1.17x geom.), sehr shape-abhaengig: gross wo torchs Pfad schlecht ist (tall 3.95x, large_k 2.65x), schwach wo gut (krumm 0.38x). Ehrliche Korrektur: der Assignment-Wert A06_TORCH_EINSUM=16.18 ist veraltet; frisch macht dieselbe Shape 60.22 TFLOPS, gleichauf mit dem Tuner.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Referenz-Shape: Tuner ~60 gegen Handkernel 46.5 (+29 %), gegen die mismatchte 8x8-Default 26.3 (2.29x — aber das ist die falsche Messlatte), gleichauf mit frischem torch 60.2. Der Gewinn kommt aus k_prim=32: der Handkernel nahm p=64 als einen mma-Tile, der Tuner teilt in zwei 32er-Kacheln. Der Handkernel-Balken ist das feste Referenz-Tiling (2x3) auf jede Shape gelegt -- es passt nur auf der Referenz gut, liegt bei 5/8 Shapes sogar unter dem 8x8-Default, waehrend der Tuner in allen 8 Regimen davor liegt. Ueber alle 8 Ring-Shapes 1.10-2.47x ueber Default, alle 171 Configs je Shape korrekt inkl. Padding. Vierter Balken (Bench Best = bestes von 171): schlaegt torch dort, wo dessen Ring-Pfad schlecht ist (square, tall, wide, large_k), verliert wo torch einen guten Pfad findet (small_k, krumm, batch). Anders als bei A05 (wo cuBLAS immer gewinnt) ist die Ring-Familie also der Fall, in dem sich der eigene Kernel lohnt.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Truth = Voll-Sweep. Frage: zieht das Modell die real beste Config in die Top-k? Drei Stufen: top-7 (~3 s) -&gt; im Schnitt 97 % des Optimums; top-45 (~18 s) -&gt; 99 %; Voll-Sweep (~3 min) -&gt; 100 %. Die exakt Beste erwischt top-7 meist nicht (sie sitzt im Modell tief, das Spitzenfeld liegt innerhalb ~3 % im Messrauschen). Kostet aber praktisch nichts an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der Mathe-Folie in einem Bild: x = Korrelation (Spearman), y = Top-7-Ausbeute. bw pur rankt schlecht (Spearman +0.03) — falsche Physik auf der GB10 (25 MB L2, fast alles resident), aber genau das Modell, das man auf einer bandbreitenlimitierten Karte mit kleinem L2 (3070, 4 MB) nehmen wuerde. v2 (bw + Register-Filter) +0.38 und 97.8 % top-7 -&gt; im Tuner verbaut. roofline (max(memory,compute), L2-bewusst) korreliert am besten (+0.50), ist aber schlechterer Vorfilter (85.5 %). Ueberleitung: genau dieser L2-Umschalter wird auf der 3070 gleich real (naechste/vorige Cross-GPU-Folie).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Absolute TFLOPS der GB10 und 3070 zu vergleichen ist nicht sinnvoll (andere Peak-Leistung, Bandbreite, L2: 25 MB vs 4 MB). Vergleichbar ist der Optimierungshebel: der Speedup Tuner/Default pro Shape. Ergebnis: der Hebel wirkt auf beiden Karten, auf der 3070 sogar staerker (Ø 1.88x vs 1.36x) — der aus dem GB10-Handtuning stammende 8x8-Default passt auf der 3070 schlechter, also holt der Tuner dort mehr raus. Und die gemessen beste Config ist in 16/16 Shapes zwischen den Karten verschieden (GB10 mag 128/128, die 3070 oft 64/128 oder 256/64 mit anderem k_prim/L2). Das ist das Argument fuer GPU-spezifisches Autotuning und warum das GPU-Modell im Cache-Key steht. Portabilitaet ist by construction (alles aus device_props) — jetzt auch auf einer zweiten, bandbreitenlimitierten GPU bestaetigt.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gemessen beste Config ist in 16/16 Shapes zwischen GB10 und 3070 verschieden: die GB10 mag grosse 128x128-Tiles (25 MB L2 vertraegt sie), die 3070 kleineres k_prim=32 und oft asymmetrische/64-breite Tiles. Der Autotuner (v2-Modell, nur top-7 gemessen) trifft im Schnitt ~96 % (GB10) bzw. ~90 % (3070) des Optimums — auf der 3070 etwas unzuverlaessiger (einzelne Shapes wie krumm/square_1b fallen auf ~60-75 %). KOSTEN: eine Shape zu tunen (top-7 kompilieren+messen) kostet auf der GB10 ~3 s. Auf der 3070 lief alles unter WSL, wo der gcc-Compile viel langsamer ist — je nach Shape ~3 s bis ~2 min (ein voller Sweep dauerte dort bis ~1.9 h vs. ~5 min auf der GB10). Es ist ein Einmalkosten-Posten, der gecacht wird, und der Nutzen ist auf der 3070 groesser (Oe 1.88x) — fuer wiederverwendete Shapes lohnt es sich, fuer Einmalrechnungen auf der 3070 grenzwertig. BEWERTUNGSMETHODE: das Roofline-Modell schaltet sein Regime selbst per device_props um (max(memory,compute)). Interessant: die GB10 ist die bandbreiten-limitierte Karte (273 GB/s LPDDR, 3/16 Shapes memory-bound), die 3070 bleibt compute-bound (448 GB/s GDDR6, 0/16). Der praktische Tuner (autotune.py) nutzt aber fest v2, weil v2 auf beiden Karten der bessere top-7-Vorfilter ist (roofline korreliert global besser: Spearman +0.57 vs v2 +0.19 auf der 3070, ist aber schlechterer Vorfilter: 83 % vs 91 %).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Tuning lohnt sich ueber Wiederverwendung. Eine Kontraktion laeuft ~8 ms, die 3 s Tuning amortisieren sich, sobald dieselbe Shape oft laeuft — im Training/Inferenz der Normalfall (feste Layer-Dims). Config-Cache (cache.py + autotune.py), Key inkl. GPU-Modell. End-to-end bestaetigt: 16 Shapes getunt &amp; gecacht, 2. Aufruf Cache-Hit, Top-7-Picks bei ~95-100 %. Nur bei stark dynamischen Shapes geht die Rechnung nicht auf -&gt; Bucketing/Padding.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Live-Demo (src/demo_paint.py auf dem DGX). Diese Folie baut in zwei Klicks auf: erst ein graues Feld mit '?' (Frage ans Publikum: was rechnet der Tuner da?), dann beim naechsten Klick das Bild. Idee: ein 1920x1080-Plasma-Bild ist die Summe von ~500 2D-Wellen, und diese Summe IST ein Matrixprodukt Y@X -&gt; ein grosses, ganz normales GEMM (cmk,ckn-&gt;cmn), das der Tuner tunen kann. Wir rechnen es zweimal: mit der naiven 8x8-Default und mit der Config, die der Tuner waehlt (autotune, v2-Top-7). Beide gegen torch.einsum geprueft -&gt; gleiches, korrektes Bild. Die Shape ist absichtlich krumm (1080/1920/1000 nicht tile-teilbar), damit die 8x8-Default schlecht padded und der Tuner sichtbar gewinnt (Padding 2048x2048 vs. ~1536x2048, typisch ~1.3-1.8x -- die echte Zahl zeigt der Live-Lauf). Das Skript zeigt live den Funnel (enumerate 486 -&gt; prune -&gt; Top-7), die zwei Zeiten als Balken, den Gewinner und speichert das Bild. Fallback ohne GPU: 'python demo_paint.py --preview' rechnet das Bild auf der CPU (das ist die Vorschau hier). Ehrlich: derselbe GEMM-Gewinn wie in der Eval, nur zum Anfassen. Wenn du LIVE ausfuehrst, das echte Bild/den echten Speedup statt der Vorschau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Live-Demo (src/demo_paint.py auf dem DGX). Diese Folie baut in zwei Klicks auf: erst ein graues Feld mit '?' (Frage ans Publikum: was rechnet der Tuner da?), dann beim naechsten Klick das Bild. Idee: ein 1920x1080-Plasma-Bild ist die Summe von ~500 2D-Wellen, und diese Summe IST ein Matrixprodukt Y@X -&gt; ein grosses, ganz normales GEMM (cmk,ckn-&gt;cmn), das der Tuner tunen kann. Wir rechnen es zweimal: mit der naiven 8x8-Default und mit der Config, die der Tuner waehlt (autotune, v2-Top-7). Beide gegen torch.einsum geprueft -&gt; gleiches, korrektes Bild. Die Shape ist absichtlich krumm (1080/1920/1000 nicht tile-teilbar), damit die 8x8-Default schlecht padded und der Tuner sichtbar gewinnt (Padding 2048x2048 vs. ~1536x2048, typisch ~1.3-1.8x -- die echte Zahl zeigt der Live-Lauf). Das Skript zeigt live den Funnel (enumerate 486 -&gt; prune -&gt; Top-7), die zwei Zeiten als Balken, den Gewinner und speichert das Bild. Fallback ohne GPU: 'python demo_paint.py --preview' rechnet das Bild auf der CPU (das ist die Vorschau hier). Ehrlich: derselbe GEMM-Gewinn wie in der Eval, nur zum Anfassen. Wenn du LIVE ausfuehrst, das echte Bild/den echten Speedup statt der Vorschau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Kernaussagen: A05 reproduziert Hand, A06 transferiert und schlaegt den Handkernel, cuBLAS wird auf GEMM nicht geschlagen (Wert = Allgemeinheit + Gewinne wo die Library keinen Pfad hat), das Modell taugt als Vorfilter (v2) aber nicht als exakter Ranker, und der Praxiswert ist GPU-spezifisches, gecachtes Tuning. Wichtigste Erkenntnis: die Eingrenzung ist das Sichere, die Entscheidung muss man messen.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224528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GPU / cuTile · Projekt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057400"/>
            <a:ext cx="10607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Auto-Tuning für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Tensor-Kontraktionen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0" i="0">
                <a:solidFill>
                  <a:srgbClr val="C3D4EA"/>
                </a:solidFill>
                <a:latin typeface="Calibri"/>
              </a:rPr>
              <a:t>Aus Einsum-String + Shapes automatisch eine gute cuTile-Tiling-Config finden — gemessen, nicht geraten.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Niklas Becker-Klöser · Daria Elagina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98781"/>
                </a:solidFill>
                <a:latin typeface="Calibri"/>
              </a:rPr>
              <a:t>cmk,ckn→cmn   ·   acspx,bspy→abcyx   ·   NVIDIA GB10 (DGX Spark)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RECAP · PROBLEM &amp; 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Von Hand getunt skaliert nicht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A05 &amp; A06: L2-optimale Aufteilung von Hand hergeleitet.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Für jede neue Kontraktion / Shape / GPU: neu nachdenken.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Ziel: Eingabe = Einsum + Shapes  →  Ausgabe = gute Config.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3F3E3A"/>
                </a:solidFill>
                <a:latin typeface="Calibri"/>
              </a:rPr>
              <a:t>Kein allgemeiner Tensor-Compiler — zwei Familien, Configs getunt.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83080"/>
            <a:ext cx="4480560" cy="33832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Calibri"/>
              </a:rPr>
              <a:t>Zwei Testfälle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A78D6"/>
                </a:solidFill>
                <a:latin typeface="Calibri"/>
              </a:rPr>
              <a:t>A05 · batched Matmul</a:t>
            </a:r>
          </a:p>
          <a:p>
            <a:pPr algn="l"/>
            <a:r>
              <a:rPr sz="1700" b="0" i="0">
                <a:solidFill>
                  <a:srgbClr val="0B0B0B"/>
                </a:solidFill>
                <a:latin typeface="Calibri"/>
              </a:rPr>
              <a:t>cmk, ckn → cmn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794760"/>
            <a:ext cx="4023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EB6834"/>
                </a:solidFill>
                <a:latin typeface="Calibri"/>
              </a:rPr>
              <a:t>A06 · Tensor-Ring</a:t>
            </a:r>
          </a:p>
          <a:p>
            <a:pPr algn="l"/>
            <a:r>
              <a:rPr sz="1700" b="0" i="0">
                <a:solidFill>
                  <a:srgbClr val="0B0B0B"/>
                </a:solidFill>
                <a:latin typeface="Calibri"/>
              </a:rPr>
              <a:t>acspx, bspy → abcyx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Die Performance steckt in der Config, nicht im Kernel-Code — genau das automatisieren wir.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libri"/>
              </a:rPr>
              <a:t>TEIL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Umsetzung &amp; Architektur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14800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3D4EA"/>
                </a:solidFill>
                <a:latin typeface="Calibri"/>
              </a:rPr>
              <a:t>Pipeline · Suchraum · Kernel · Pruning · A06-Transfer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VORLESUNGS-RECAP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ist eine Tiling-Config?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02</a:t>
            </a:r>
          </a:p>
        </p:txBody>
      </p:sp>
      <p:pic>
        <p:nvPicPr>
          <p:cNvPr id="7" name="Picture 6" descr="fig_t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80" y="1554480"/>
            <a:ext cx="621371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828800"/>
            <a:ext cx="3611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Prim-Tiles M/N/K_PRIM: die mma-Kachel eines CTA.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L2-Gruppe m_l2×n_l2: zeitlich nahe Blöcke → L2-Reuse.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Exec-Reihenfolge PAR | SEQ | PRIM (K nie PAR).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50" b="0" i="0">
                <a:solidFill>
                  <a:srgbClr val="3F3E3A"/>
                </a:solidFill>
                <a:latin typeface="Calibri"/>
              </a:rPr>
              <a:t>Variante A = Swizzle, B = SEQ-Loops.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L2-Reuse entsteht durch die zeitliche Block-Gruppe, nicht durch eine räumliche Kachel.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Die Tuner-Pipeline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03</a:t>
            </a:r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490" y="1600200"/>
            <a:ext cx="9620539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generate → enumerate → prune → rank offline (reines Python); nur die Top-7 werden auf der GPU gemessen.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Suchraum: die Knöpfe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M_PRIM, N_PRIM ∈ {64, 128, 256}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K_PRIM ∈ {32, 64, 128}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M_L2, N_L2 ∈ {2, 4, 8}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0B0B0B"/>
                </a:solidFill>
                <a:latin typeface="Calibri"/>
              </a:rPr>
              <a:t>Variante ∈ {A, B}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783080"/>
            <a:ext cx="4617720" cy="1600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965960"/>
            <a:ext cx="4297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0B0B0B"/>
                </a:solidFill>
                <a:latin typeface="Calibri"/>
              </a:rPr>
              <a:t>3 · 3 · 3 · 3 · 3 · 2  =  </a:t>
            </a:r>
            <a:r>
              <a:rPr sz="3000" b="1" i="0">
                <a:solidFill>
                  <a:srgbClr val="2A78D6"/>
                </a:solidFill>
                <a:latin typeface="Calibri"/>
              </a:rPr>
              <a:t>486</a:t>
            </a:r>
          </a:p>
          <a:p>
            <a:pPr algn="l"/>
            <a:r>
              <a:rPr sz="1250" b="0" i="0">
                <a:solidFill>
                  <a:srgbClr val="3F3E3A"/>
                </a:solidFill>
                <a:latin typeface="Calibri"/>
              </a:rPr>
              <a:t>Kandidaten  (nicht die „81" aus dem Pitch)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657600"/>
            <a:ext cx="4617720" cy="1371600"/>
          </a:xfrm>
          <a:prstGeom prst="roundRect">
            <a:avLst/>
          </a:prstGeom>
          <a:solidFill>
            <a:srgbClr val="EAF5EC"/>
          </a:solidFill>
          <a:ln w="12700">
            <a:solidFill>
              <a:srgbClr val="BF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840480"/>
            <a:ext cx="4297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C830C"/>
                </a:solidFill>
                <a:latin typeface="Calibri"/>
              </a:rPr>
              <a:t>✓  Akzeptanztest</a:t>
            </a:r>
          </a:p>
          <a:p>
            <a:pPr algn="l"/>
            <a:r>
              <a:rPr sz="1350" b="0" i="0">
                <a:solidFill>
                  <a:srgbClr val="3F3E3A"/>
                </a:solidFill>
                <a:latin typeface="Calibri"/>
              </a:rPr>
              <a:t>Die handoptimierte A05-Config ist im Set — sonst könnte der Tuner sie nie finden.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Bewusst klein &amp; hardware-sinnvoll gehalten; krumme Shapes werden hochgepaddet (PaddingMode.ZERO).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2 ·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Ein generischer Kernel — kein String-Codegen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05</a:t>
            </a:r>
          </a:p>
        </p:txBody>
      </p:sp>
      <p:pic>
        <p:nvPicPr>
          <p:cNvPr id="7" name="Picture 6" descr="code_varian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03" y="1554480"/>
            <a:ext cx="6668672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874519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Tile-Größen als ct.Constant → JIT spezialisiert pro Wert.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Keine fragilen String-Templates / exec().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Variante A: Swizzle über die Block-ID.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Korrektheit gegen torch.einsum (allclose).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Compile ~0.4 s pro Config, auf der GB10 verifiziert — der ganze Ansatz hängt an dieser Spezialisierung.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3 ·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Statisch eingrenzen — und wie weit wirklich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06</a:t>
            </a:r>
          </a:p>
        </p:txBody>
      </p:sp>
      <p:pic>
        <p:nvPicPr>
          <p:cNvPr id="7" name="Picture 6" descr="fi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36" y="1600200"/>
            <a:ext cx="5543687" cy="3108960"/>
          </a:xfrm>
          <a:prstGeom prst="rect">
            <a:avLst/>
          </a:prstGeom>
        </p:spPr>
      </p:pic>
      <p:pic>
        <p:nvPicPr>
          <p:cNvPr id="8" name="Picture 7" descr="code_pr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74532"/>
            <a:ext cx="5394960" cy="24493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4572000"/>
            <a:ext cx="5394960" cy="113385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645152"/>
            <a:ext cx="507492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Was Filter 2 &amp; 3 rechnen  (Formeln → nächste Folie)</a:t>
            </a:r>
          </a:p>
          <a:p>
            <a:pPr algn="l"/>
            <a:r>
              <a:rPr sz="1050" b="0" i="0">
                <a:solidFill>
                  <a:srgbClr val="3F3E3A"/>
                </a:solidFill>
                <a:latin typeface="Calibri"/>
              </a:rPr>
              <a:t>SMEM  (m·k + k·n)·2 B·2 Stages ≤ 100 KB   → 126 raus</a:t>
            </a:r>
          </a:p>
          <a:p>
            <a:pPr algn="l"/>
            <a:r>
              <a:rPr sz="1050" b="0" i="0">
                <a:solidFill>
                  <a:srgbClr val="3F3E3A"/>
                </a:solidFill>
                <a:latin typeface="Calibri"/>
              </a:rPr>
              <a:t>Akku  m_prim·n_prim ≤ ½·65536 (fp32-Reg)   → 18 raus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Nur 486→342: SMEM hängt nur an Prim-Größen — m_l2/n_l2 &amp; Variante muss man messen (25 MB L2 killt die L2-Regel).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SCHRITT 3 ·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Pruning und Kostenmodell konkret rechnen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07</a:t>
            </a:r>
          </a:p>
        </p:txBody>
      </p:sp>
      <p:pic>
        <p:nvPicPr>
          <p:cNvPr id="7" name="Picture 6" descr="fig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21" y="1572768"/>
            <a:ext cx="8703877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Alles aus device_props ausgelesen (SMEM / Register / Bandbreite / Peak) — nur Tile-Form, k_prim und L2-Gruppe variiert der Tuner.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① Register-Filter (der billige Ausschluss)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100" b="0" i="0">
                <a:solidFill>
                  <a:srgbClr val="0B0B0B"/>
                </a:solidFill>
                <a:latin typeface="Consolas"/>
              </a:rPr>
              <a:t>m_prim·n_prim ≤ 0.4·Regs  →  256-breite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② Rank nach DRAM-Traffic / Bandbreite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Traffic = M·K · ceil(N / n_l2·n_prim)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      + K·N · ceil(M / m_l2·m_prim) + M·N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 = Traffic·2B / Bandbreite     (kein L2!)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28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= die Physik einer bandbreiten-limitierten GPU: kleines L2, z. B. RTX 3070 (4 MB).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Spearman +0.38  ·  97.8 % Top-7  →  im Tuner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① Register-Filter (der billige Ausschluss)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100" b="0" i="0">
                <a:solidFill>
                  <a:srgbClr val="0B0B0B"/>
                </a:solidFill>
                <a:latin typeface="Consolas"/>
              </a:rPr>
              <a:t>m_prim·n_prim ≤ 0.4·Regs  →  256-breite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② Rank nach DRAM-Traffic / Bandbreite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Traffic = M·K · ceil(N / n_l2·n_prim)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      + K·N · ceil(M / m_l2·m_prim) + M·N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 = Traffic·2B / Bandbreite     (kein L2!)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28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= die Physik einer bandbreiten-limitierten GPU: kleines L2, z. B. RTX 3070 (4 MB).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Spearman +0.38  ·  97.8 % Top-7  →  im Tuner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200" b="0" i="0">
                <a:solidFill>
                  <a:srgbClr val="0B0B0B"/>
                </a:solidFill>
                <a:latin typeface="Consolas"/>
              </a:rPr>
              <a:t>t = max( t_mem , t_compute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889504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t_mem: passt die L2-Gruppe ins L2?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182112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ja   → nur Kaltladen (M·K+K·N+M·N)·2B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nein → Worst-Case wie v2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t_compute = 2·M·N·K / (Peak · util)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096512"/>
            <a:ext cx="4828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schaltet das Regime SELBST um (L2 aus device_props): kleines L2 → memory,  GB10 25 MB → compute.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B6834"/>
                </a:solidFill>
                <a:latin typeface="Calibri"/>
              </a:rPr>
              <a:t>Spearman +0.50 (beste!)  ·  nur 85.5 % Top-7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MATHEMATIK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Zwei Kostenmodelle, zwei Physiken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F3E3A"/>
                </a:solidFill>
                <a:latin typeface="Calibri"/>
              </a:rPr>
              <a:t>Input: der geprunte Pool (A05: 342 Configs). Pro Kandidat: Prim-Tiles m/n/k_prim + L2-Gruppe m_l2·n_l2.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A78D6"/>
                </a:solidFill>
                <a:latin typeface="Calibri"/>
              </a:rPr>
              <a:t>v2 — Bandbreite  +  Register-Filter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87168"/>
            <a:ext cx="77724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956816"/>
            <a:ext cx="5285232" cy="3657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103120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B6834"/>
                </a:solidFill>
                <a:latin typeface="Calibri"/>
              </a:rPr>
              <a:t>roofline — max(Memory, Compute)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9672" y="2487168"/>
            <a:ext cx="77724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① Register-Filter (der billige Ausschluss)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52928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100" b="0" i="0">
                <a:solidFill>
                  <a:srgbClr val="0B0B0B"/>
                </a:solidFill>
                <a:latin typeface="Consolas"/>
              </a:rPr>
              <a:t>m_prim·n_prim ≤ 0.4·Regs  →  256-breite 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8211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0B0B"/>
                </a:solidFill>
                <a:latin typeface="Calibri"/>
              </a:rPr>
              <a:t>② Rank nach DRAM-Traffic / Bandbreite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Traffic = M·K · ceil(N / n_l2·n_prim)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      + K·N · ceil(M / m_l2·m_prim) + M·N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 = Traffic·2B / Bandbreite     (kein L2!)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4828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= die Physik einer bandbreiten-limitierten GPU: kleines L2, z. B. RTX 3070 (4 MB).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Spearman +0.38  ·  97.8 % Top-7  →  im Tuner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560320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200" b="0" i="0">
                <a:solidFill>
                  <a:srgbClr val="0B0B0B"/>
                </a:solidFill>
                <a:latin typeface="Consolas"/>
              </a:rPr>
              <a:t>t = max( t_mem , t_compute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889504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t_mem: passt die L2-Gruppe ins L2?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182112"/>
            <a:ext cx="4828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ja   → nur Kaltladen (M·K+K·N+M·N)·2B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  nein → Worst-Case wie v2</a:t>
            </a:r>
          </a:p>
          <a:p>
            <a:pPr>
              <a:lnSpc>
                <a:spcPct val="106000"/>
              </a:lnSpc>
            </a:pPr>
            <a:r>
              <a:rPr sz="1050" b="0" i="0">
                <a:solidFill>
                  <a:srgbClr val="0B0B0B"/>
                </a:solidFill>
                <a:latin typeface="Consolas"/>
              </a:rPr>
              <a:t>t_compute = 2·M·N·K / (Peak · util)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096512"/>
            <a:ext cx="482803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3F3E3A"/>
                </a:solidFill>
                <a:latin typeface="Calibri"/>
              </a:rPr>
              <a:t>schaltet das Regime SELBST um (L2 aus device_props): kleines L2 → memory,  GB10 25 MB → compute.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4" y="5020056"/>
            <a:ext cx="4773168" cy="457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8544" y="5038344"/>
            <a:ext cx="44988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B6834"/>
                </a:solidFill>
                <a:latin typeface="Calibri"/>
              </a:rPr>
              <a:t>Spearman +0.50 (beste!)  ·  nur 85.5 % Top-7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Compute-Regime: t_compute hängt nicht von m_l2/n_l2 ab → viele Gleichstände; das feine L2-Reuse-Signal, das die Top-7 entscheidet, sieht roofline nicht. Beste Korrelation ≠ bester Vorfilter.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ERWEITERUNG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A06: eine zweite Struktur-Familie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09</a:t>
            </a:r>
          </a:p>
        </p:txBody>
      </p:sp>
      <p:pic>
        <p:nvPicPr>
          <p:cNvPr id="7" name="Picture 6" descr="code_ring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74" y="1554480"/>
            <a:ext cx="672909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74519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Nicht „doppeltes K" — die Batch-Topologie ist das Problem.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A05: geteilter Batch c. A06: unabhängige a,c (A) und b (B).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→ zweiter Kernel-Typ (Ring), kein Umbau.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Der Tuner sucht Configs, nicht Kernel — A05-Pfad bleibt bitgleich.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Wie cuBLAS/CUTLASS (Template-Menge) oder Triton (autotune pro @jit): neue Topologie = neues Template, Configs getunt.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UMSETZUNG · CONFIG-AUFBAU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Wie wir die Reihenfolge der Dimensionen definiert haben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fig_exec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070" y="1517904"/>
            <a:ext cx="8955379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Jede Config ist by construction gültig: die Reihenfolge PAR │ SEQ │ PRIM steht fest (verify), der Tuner variiert nur die Split-Größen und A/B.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A78D6"/>
                </a:solidFill>
                <a:latin typeface="Calibri"/>
              </a:rPr>
              <a:t>TEIL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9260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Evaluation &amp; 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14800"/>
            <a:ext cx="182880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3D4EA"/>
                </a:solidFill>
                <a:latin typeface="Calibri"/>
              </a:rPr>
              <a:t>Gegen Handkernel · gegen cuBLAS · über Shapes &amp; GPUs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Benchmark-Setup: acht Shape-Regime je Familie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fig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5154"/>
            <a:ext cx="7223760" cy="3636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74519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Pro Shape: Tuner vs. Default (8×8) vs. torch.einsum; A06 auch vs. Handkernel.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fp16 rein, fp32 Akku; jede Config gegen torch.einsum geprüft (allclose).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8×342 (A05) + 8×171 (A06): 0 Fehlschläge, inkl. Padding-Pfad (krumm).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GPU: NVIDIA GB10 — 48 SMs, 25 MB L2, integrierter LPDDR.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Acht Regime decken square / rechteckig / K-Extreme / unteilbar / Batch ab — fair gegen drei Referenzen, alles korrekt.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Tuner bestätigt die Handarbeit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fig_a05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360" y="1554480"/>
            <a:ext cx="6824159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06840" y="1920240"/>
            <a:ext cx="26517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Tuner-Pick (top-7) ≈ Default → bestätigt die Hand.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Bench-Best (von 342) nur knapp drüber; krumm +58 %.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3F3E3A"/>
                </a:solidFill>
                <a:latin typeface="Calibri"/>
              </a:rPr>
              <a:t>Aber: selbst die Bench-Best bleibt auf GEMM unter cuBLAS.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Warum verliert selbst unsere Bench-Best gegen torch? cuBLAS ist eine gereifte GEMM-Library (hand-optimiertes SASS, Split-K, Pipelining) — das schlägt ein einfaches Template.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EHRLICHE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Tuner vs. cuBLAS / torch.einsum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fig_tuner_vs_to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370" y="1536192"/>
            <a:ext cx="4595098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874519"/>
            <a:ext cx="4160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GEMM (A05): cuBLAS gewinnt (Tuner ~77 % von torch) — erwartbar.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Ring (A06): im Mittel ~1.17× vorn, sehr shape-abhängig.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Großer Gewinn, wo torchs Pfad schlecht ist (tall 3.95×, large_k 2.65×).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3F3E3A"/>
                </a:solidFill>
                <a:latin typeface="Calibri"/>
              </a:rPr>
              <a:t>A06_TORCH=16.18 aus dem Assignment ist veraltet → frisch 60.2.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Der Wert ist nicht „schneller als alles", sondern: ohne Handarbeit über beliebige Kontraktionen brauchbar — und stark, wo die Library keinen guten Pfad hat.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Transfer gelingt — Tuner schlägt den Handkernel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fig_a06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41" y="1572768"/>
            <a:ext cx="6974237" cy="4114800"/>
          </a:xfrm>
          <a:prstGeom prst="rect">
            <a:avLst/>
          </a:prstGeom>
        </p:spPr>
      </p:pic>
      <p:pic>
        <p:nvPicPr>
          <p:cNvPr id="8" name="Picture 7" descr="fig_a06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911405"/>
            <a:ext cx="4023360" cy="34375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Anders als GEMM: unsere Bench-Best schlägt torch, wo dessen Ring-Pfad schlecht ist (tall, large_k); der Tuner schlägt zudem den Handkernel (+29 %, aus k_prim=32).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 · PRAXIS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Wie oft ist das Optimum in den Top-k?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fig_topk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70" y="1554480"/>
            <a:ext cx="650937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196596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top-7 · ~3 s · ≥ 95 %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top-45 · ~18 s · ≥ 99 %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0B0B0B"/>
                </a:solidFill>
                <a:latin typeface="Calibri"/>
              </a:rPr>
              <a:t>Voll-Sweep · ~3 min · 100 %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F3E3A"/>
                </a:solidFill>
                <a:latin typeface="Calibri"/>
              </a:rPr>
              <a:t>Exakt-Beste sitzt tief — Spitzenfeld liegt im Messrauschen.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Als Vorauswahl reicht das Modell fast immer; als exakter Treffer selten — top-7 ist der Sweet Spot.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Besserer Ranker ≠ besserer Vorfilter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fig_rankin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738" y="1554480"/>
            <a:ext cx="555676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92024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bw pur: +0.03 hier — aber die richtige Physik für kleine-L2-GPUs (3070).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v2 (bw + Reg-Filter): +0.38 · 97.8 % top-7 → im Tuner verbaut.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roofline (L2-bewusst): +0.50 beste Korrelation, nur 85.5 % top-7.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Höchste Korrelation ≠ beste Top-k-Ausbeute — für die Praxis zählt der Vorfilter, also v2.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CROSS-GPU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Derselbe Hebel, aber andere Config pro GPU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fig_crossgpu_l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389" y="1572768"/>
            <a:ext cx="7262740" cy="4069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Tuning hilft auf beiden Karten (Ø 1.36× GB10, 1.88× 3070) und die optimale Config ist in 16/16 Shapes verschieden — genau deshalb: GPU-spezifisch tunen + cachen.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ERGEBNISSE · CROSS-GPU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Was der Tuner pro GPU wählt — und was es kostet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fig_confi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8356"/>
            <a:ext cx="7635240" cy="38321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874519"/>
            <a:ext cx="3429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Optimum in 16/16 Shapes verschieden — pro GPU eine andere Config.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Autotuner (v2, top-7) trifft ⌀ 96 % (GB10) / 90 % (3070) des Optimums.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Kosten: GB10 ~3 s/Shape; 3070 (WSL-Compile) ~3 s–2 min — Compile dominiert.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Roofline schaltet sein Regime selbst um; praktisch bleibt v2 der beste Vorfilter.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Pro GPU von Hand zu tunen ist nicht machbar — das nimmt der gecachte Tuner ab, ohne auf eine Karte zu overfitten.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EINORDNUNG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Wann sich Tuning lohnt: Cache &amp; Amortisierung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Eine Kontraktion läuft ~8 ms; Tuning ~3 s ist ein Einmalposten.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Im Netz sind Layer-Dims fix → millionenfach dieselbe Shape.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Config-Cache: Key = Einsum + Shapes + GPU-Modell.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65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3F3E3A"/>
                </a:solidFill>
                <a:latin typeface="Calibri"/>
              </a:rPr>
              <a:t>Genau so machen es cuBLAS, Triton (autotune), torch.compile.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37490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2A78D6"/>
                </a:solidFill>
                <a:latin typeface="Calibri"/>
              </a:rPr>
              <a:t>~3 s → 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7004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3F3E3A"/>
                </a:solidFill>
                <a:latin typeface="Calibri"/>
              </a:rPr>
              <a:t>erste getunte Shape → jede weitere aus dem 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657600"/>
            <a:ext cx="3749039" cy="14630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822191"/>
            <a:ext cx="3383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0B0B0B"/>
                </a:solidFill>
                <a:latin typeface="Calibri"/>
              </a:rPr>
              <a:t>End-to-end bestätigt</a:t>
            </a:r>
          </a:p>
          <a:p>
            <a:pPr algn="l"/>
            <a:r>
              <a:rPr sz="1250" b="0" i="0">
                <a:solidFill>
                  <a:srgbClr val="3F3E3A"/>
                </a:solidFill>
                <a:latin typeface="Calibri"/>
              </a:rPr>
              <a:t>16 Shapes getunt &amp; gecacht, 2. Aufruf Cache-Hit, Top-7 bei ~95–100 %.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Break-even in Sekunden bei fester Shape; für stark dynamische Shapes hilft Bucketing/Padding.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LIVE-DEMO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Tuner malt ein Bild — live auf dem DGX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0316"/>
            <a:ext cx="6903720" cy="3882542"/>
          </a:xfrm>
          <a:prstGeom prst="roundRect">
            <a:avLst/>
          </a:prstGeom>
          <a:solidFill>
            <a:srgbClr val="E9ECEF"/>
          </a:solidFill>
          <a:ln w="19050">
            <a:solidFill>
              <a:srgbClr val="CF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20316"/>
            <a:ext cx="6903720" cy="38825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0" b="1" i="0">
                <a:solidFill>
                  <a:srgbClr val="898781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6903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1">
                <a:solidFill>
                  <a:srgbClr val="898781"/>
                </a:solidFill>
                <a:latin typeface="Calibri"/>
              </a:rPr>
              <a:t>Tuner vs. Default — welches Bild kommt raus?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28800"/>
            <a:ext cx="4160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Full-HD-Plasma (2 MPixel) = ein großes GEMM: Y · X.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8×8-Default vs. Tuner-Config — gleiche Mathe.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Gleiches Bild, beide gegen torch geprüft.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Krumme Shape → Default padded schlecht → Tuner gewinnt.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5074920"/>
            <a:ext cx="4023360" cy="548640"/>
          </a:xfrm>
          <a:prstGeom prst="round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138928"/>
            <a:ext cx="37490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▶  python demo_paint.py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enumerate 486 → prune → Top-7 messen → schnellere Config, live. Gleiches Bild, aber der Tuner ist schneller 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A78D6"/>
                </a:solidFill>
                <a:latin typeface="Calibri"/>
              </a:rPr>
              <a:t>LIVE-DEMO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B0B0B"/>
                </a:solidFill>
                <a:latin typeface="Calibri"/>
              </a:rPr>
              <a:t>Der Tuner malt ein Bild — live auf dem DGX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920240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98781"/>
                </a:solidFill>
                <a:latin typeface="Calibri"/>
              </a:rPr>
              <a:t>cuTile Auto-Tuner · Becker-Klöser · Elagina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fig_demo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9916"/>
            <a:ext cx="6903720" cy="38833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828800"/>
            <a:ext cx="4160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Full-HD-Plasma (2 MPixel) = ein großes GEMM: Y · X.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8×8-Default vs. Tuner-Config — gleiche Mathe.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Gleiches Bild, beide gegen torch geprüft.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00" b="1" i="0">
                <a:solidFill>
                  <a:srgbClr val="2A78D6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3F3E3A"/>
                </a:solidFill>
                <a:latin typeface="Calibri"/>
              </a:rPr>
              <a:t>Krumme Shape → Default padded schlecht → Tuner gewinnt.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5074920"/>
            <a:ext cx="4023360" cy="548640"/>
          </a:xfrm>
          <a:prstGeom prst="round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5138928"/>
            <a:ext cx="374903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▶  python demo_paint.py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82296" cy="40233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15584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3F3E3A"/>
                </a:solidFill>
                <a:latin typeface="Calibri"/>
              </a:rPr>
              <a:t>enumerate 486 → prune → Top-7 messen → schnellere Config, live. Gleiches Bild, aber der Tuner ist schneller 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1792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0789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Eingrenzen ist sicher — entscheiden muss man messen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82880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A05: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Tuner reproduziert Hand (Ø 1.03×), gewinnt bei krummen Shapes (+58 %).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A06: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sauberer Transfer, ein zusätzlicher Kernel-Typ, schlägt den Handkernel (+29 %).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cuBLAS: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auf GEMM nicht geschlagen — Wert ist Allgemeinheit + Gewinne ohne guten Library-Pfad.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Modell: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v2 bester Vorfilter (97.8 % @ top-7), roofline bester Ranker — messen bleibt entscheidend.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Praxis: </a:t>
            </a:r>
            <a:r>
              <a:rPr sz="1700" b="0" i="0">
                <a:solidFill>
                  <a:srgbClr val="D7E3F2"/>
                </a:solidFill>
                <a:latin typeface="Calibri"/>
              </a:rPr>
              <a:t>GPU-spezifisch + gecacht — auf GB10 und 3070 bestätigt: Hebel wirkt, beste Config je GPU verschieden.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