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1360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Detail zur Pruning-Folie. PRUNING rechnet vier Dinge vor dem Compile: (1) alle Prim-Groessen Vielfache von 16 (fp16-Tensor-Cores); (2) Shared Memory pro Block = (m_prim·k_prim + k_prim·n_prim) · 2 Byte (fp16) · 2 (Double-Buffering) muss ins nutzbare SMEM (101376 − 1024 ≈ 100 KB) passen → 126 Configs raus; (3) der fp32-Akku braucht m_prim·n_prim Register (1 pro Element), unter der halben Registerdatei (½·65536 = 32768) → 18 raus; (4) gepaddetes Volumen ≤ 8× Original. RANKING schaetzt den DRAM-Traffic: A wird pro Gruppen-Spalte geladen, B pro Gruppen-Zeile, C einmal → Traffic ≈ [ M·K·ceil(N/(n_l2·n_prim)) + K·N·ceil(M/(m_l2·m_prim)) + M·N ] · 2 Byte. Groessere L2-Gruppe = kleinere ceil-Terme = weniger Traffic (das ist der L2-Reuse im Modell). Zeit = Traffic / Bandbreite, BW = mem_clock · (Bus/8) ≈ 273 GB/s (GB10, LPDDR). Die Roofline nimmt max(t_mem, t_compute) mit t_compute = 2·M·N·K / (Peak · util), Peak = SMs · Takt · FMAs · 2 ≈ 119 TFLOPS. Alle Hardware-Werte kommen aus device_props — deshalb ist das Modell portabel (auf der 3070 andere Zahlen, gleiche Formeln).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Beide Modelle bekommen DENSELBEN geprunten Pool. v2 wirft zuerst die Register-Fresser raus (m_prim·n_prim &gt; 0.4·Regs, die 256-breiten Tiles) und rankt den Rest nach worst-case-DRAM-Traffic/Bandbreite -- das nimmt KEIN L2 an, groessere L2-Gruppe = weniger Nachladen. Das ist exakt die Physik einer bandbreiten-limitierten GPU mit kleinem L2 (RTX 3070, 4 MB) -&gt; auf der GB10 (25 MB) ist es 'falsche Physik', trotzdem ist es als VORFILTER top (Spearman +0.38, 97.8 % Top-7). roofline rechnet stattdessen max(t_mem_L2, t_compute): t_mem_L2 ist L2-bewusst (passt die Gruppe ins L2, nur Kaltladen, sonst worst-case), t_compute = 2MNK/(Peak·util). Es schaltet das Regime selbst per L2-Groesse um (portabel) und korreliert global am besten (+0.50) -- aber im Compute-Regime der GB10 haengt t_compute gar nicht von m_l2/n_l2 ab, viele Gleichstaende, und das L2-Reuse-Signal 2. Ordnung, das die Top-7 entscheidet, sieht der Compute-Term nicht -&gt; nur 85.5 % Top-7. Merksatz: bessere Korrelation != besserer Vorfilter. (bw ganz ohne Register-Filter: +0.03.)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 haben wir die Reihenfolge definiert (verify + make_executable): die Dimensionen stehen immer in der Ordnung PAR links, dann SEQ, dann PRIM rechts. Regeln aus verify(): (1) keine K-Dim darf PAR sein (Reduktion nicht parallel), (2) alle SEQ links von allen PRIM, (3) alle PAR links von allen SEQ, (4) die rechtesten Dims sind PRIM und muessen je &gt;=1 M-, N- und K-Dim enthalten (das ist die mma-Kachel). Der Tuner splittet jede M/N-Dim in l2_outer x l2 x prim und K in outer x prim, markiert die letzte M/N/K-Dim als PRIM und legt den Rest ab: m_l2/n_l2 werden in Variante A als PAR (Swizzle ueber die Block-ID) gesetzt, in Variante B als SEQ-Loops im CTA. A06 legt zusaetzlich die unabhaengigen Batches (a,c,b) als PAR und die zweite Reduktion s als SEQ ab. Kurz: der Tuner sucht nur die Groessen und A/B — die Struktur/Reihenfolge ist fix, verify() garantiert die Gueltigkeit. Den konkreten Kernel-Code dazu haben wir auf Folie 7 (A05) und 9 (A06).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(49.84).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Vier Balken: Default (naive 8x8), Tuner-Pick (bester der Modell-Top-7 = was der Tuner praktisch liefert), Bench Best (bestes von 342 gemessenen Configs = Voll-Sweep-Optimum), torch (cuBLAS). Auf regulaeren GEMMs ist der Tuner-Pick ~= Default (bestaetigt das Handtuning); die Bench-Best liegt nur ~1-3 % drueber, nur bei krumm deutlich (26.6 -&gt; 41.8, +58 %). ENTSCHEIDEND fuer die Frage 'schlaegt torch unsere Bench-Best?': ja, auf 7/8 GEMM-Shapes liegt torch ueber unserer absoluten Bench-Best (nur die hand-getunte a05-Referenz zieht knapp vorbei). Der Grund ist nicht die Config-Suche, sondern die Kernel-Reife: cuBLAS nutzt hand-optimiertes SASS-Assembly, Split-K, ausgefeiltes Pipelining/Scheduling — Reife, die unser generisches ct.Constant-Template nicht erreicht. Das ist ehrlich und erwartbar; cuBLAS auf GEMM zu schlagen war nie das Ziel.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Referenz-Shape: Tuner ~60 gegen Handkernel 49.84 (+24 %), gegen die mismatchte 8x8-Default 26.3 (2.29x — aber das ist die falsche Messlatte), gleichauf mit frischem torch 60.2. Der Gewinn kommt aus k_prim=32: der Handkernel nahm p=64 als einen mma-Tile, der Tuner teilt in zwei 32er-Kacheln. Ueber alle 8 Ring-Shapes 1.10-2.47x ueber Default, alle 171 Configs je Shape korrekt inkl. Padding. Vierter Balken (Bench Best = bestes von 171): schlaegt torch dort, wo dessen Ring-Pfad schlecht ist (square, tall, wide, large_k), verliert wo torch einen guten Pfad findet (small_k, krumm, batch). Anders als bei A05 (wo cuBLAS immer gewinnt) ist die Ring-Familie also der Fall, in dem sich der eigene Kernel lohnt.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Payoff der Mathe-Folie in einem Bild: x = Korrelation (Spearman), y = Top-7-Ausbeute. bw pur rankt schlecht (Spearman +0.03) — falsche Physik auf der GB10 (25 MB L2, fast alles resident), aber genau das Modell, das man auf einer bandbreitenlimitierten Karte mit kleinem L2 (3070, 4 MB) nehmen wuerde. v2 (bw + Register-Filter) +0.38 und 97.8 % top-7 -&gt; im Tuner verbaut. roofline (max(memory,compute), L2-bewusst) korreliert am besten (+0.50), ist aber schlechterer Vorfilter (85.5 %). Ueberleitung: genau dieser L2-Umschalter wird auf der 3070 gleich real (naechste/vorige Cross-GPU-Folie).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Absolute TFLOPS der GB10 und 3070 zu vergleichen ist nicht sinnvoll (andere Peak-Leistung, Bandbreite, L2: 25 MB vs 4 MB). Vergleichbar ist der Optimierungshebel: der Speedup Tuner/Default pro Shape. Ergebnis: der Hebel wirkt auf beiden Karten, auf der 3070 sogar staerker (Ø 1.88x vs 1.36x) — der aus dem GB10-Handtuning stammende 8x8-Default passt auf der 3070 schlechter, also holt der Tuner dort mehr raus. Und die gemessen beste Config ist in 16/16 Shapes zwischen den Karten verschieden (GB10 mag 128/128, die 3070 oft 64/128 oder 256/64 mit anderem k_prim/L2). Das ist das Argument fuer GPU-spezifisches Autotuning und warum das GPU-Modell im Cache-Key steht. Portabilitaet ist by construction (alles aus device_props) — jetzt auch auf einer zweiten, bandbreitenlimitierten GPU bestaetigt.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gemessen beste Config ist in 16/16 Shapes zwischen GB10 und 3070 verschieden: die GB10 mag grosse 128x128-Tiles (25 MB L2 vertraegt sie), die 3070 kleineres k_prim=32 und oft asymmetrische/64-breite Tiles. Der Autotuner (v2-Modell, nur top-7 gemessen) trifft im Schnitt ~96 % (GB10) bzw. ~90 % (3070) des Optimums — auf der 3070 etwas unzuverlaessiger (einzelne Shapes wie krumm/square_1b fallen auf ~60-75 %). KOSTEN: eine Shape zu tunen (top-7 kompilieren+messen) kostet auf der GB10 ~3 s. Auf der 3070 lief alles unter WSL, wo der gcc-Compile viel langsamer ist — je nach Shape ~3 s bis ~2 min (ein voller Sweep dauerte dort bis ~1.9 h vs. ~5 min auf der GB10). Es ist ein Einmalkosten-Posten, der gecacht wird, und der Nutzen ist auf der 3070 groesser (Oe 1.88x) — fuer wiederverwendete Shapes lohnt es sich, fuer Einmalrechnungen auf der 3070 grenzwertig. BEWERTUNGSMETHODE: das Roofline-Modell schaltet sein Regime selbst per device_props um (max(memory,compute)). Interessant: die GB10 ist die bandbreiten-limitierte Karte (273 GB/s LPDDR, 3/16 Shapes memory-bound), die 3070 bleibt compute-bound (448 GB/s GDDR6, 0/16). Der praktische Tuner (autotune.py) nutzt aber fest v2, weil v2 auf beiden Karten der bessere top-7-Vorfilter ist (roofline korreliert global besser: Spearman +0.57 vs v2 +0.19 auf der 3070, ist aber schlechterer Vorfilter: 83 % vs 91 %).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Live-Demo (src/demo_paint.py auf dem DGX). Diese Folie baut in zwei Klicks auf: erst ein graues Feld mit '?' (Frage ans Publikum: was rechnet der Tuner da?), dann beim naechsten Klick das Bild. Idee: ein 1920x1080-Plasma-Bild ist die Summe von ~500 2D-Wellen, und diese Summe IST ein Matrixprodukt Y@X -&gt; ein grosses, ganz normales GEMM (cmk,ckn-&gt;cmn), das der Tuner tunen kann. Wir rechnen es zweimal: mit der naiven 8x8-Default und mit der Config, die der Tuner waehlt (autotune, v2-Top-7). Beide gegen torch.einsum geprueft -&gt; gleiches, korrektes Bild. Die Shape ist absichtlich krumm (1080/1920/1000 nicht tile-teilbar), damit die 8x8-Default schlecht padded und der Tuner sichtbar gewinnt (Padding 2048x2048 vs. ~1536x2048, typisch ~1.3-1.8x -- die echte Zahl zeigt der Live-Lauf). Das Skript zeigt live den Funnel (enumerate 486 -&gt; prune -&gt; Top-7), die zwei Zeiten als Balken, den Gewinner und speichert das Bild. Fallback ohne GPU: 'python demo_paint.py --preview' rechnet das Bild auf der CPU (das ist die Vorschau hier). Ehrlich: derselbe GEMM-Gewinn wie in der Eval, nur zum Anfassen. Wenn du LIVE ausfuehrst, das echte Bild/den echten Speedup statt der Vorschau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3462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 dirty="0">
                <a:solidFill>
                  <a:srgbClr val="C3D4EA"/>
                </a:solidFill>
                <a:latin typeface="Calibri"/>
              </a:rPr>
              <a:t>Aus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Einsum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-String + Shapes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automatisch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eine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gute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cuTile</a:t>
            </a:r>
            <a:r>
              <a:rPr sz="1650" b="0" i="0" dirty="0">
                <a:solidFill>
                  <a:srgbClr val="C3D4EA"/>
                </a:solidFill>
                <a:latin typeface="Calibri"/>
              </a:rPr>
              <a:t>-Tiling-Config </a:t>
            </a:r>
            <a:r>
              <a:rPr sz="1650" b="0" i="0" dirty="0" err="1">
                <a:solidFill>
                  <a:srgbClr val="C3D4EA"/>
                </a:solidFill>
                <a:latin typeface="Calibri"/>
              </a:rPr>
              <a:t>finden</a:t>
            </a:r>
            <a:endParaRPr sz="1650" b="0" i="0" dirty="0">
              <a:solidFill>
                <a:srgbClr val="C3D4EA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36" y="1600200"/>
            <a:ext cx="5543687" cy="310896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774532"/>
            <a:ext cx="5394960" cy="24493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4572000"/>
            <a:ext cx="5394960" cy="113385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4645152"/>
            <a:ext cx="507492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Was Filter 2 &amp; 3 rechnen  (Formeln → nächste Folie)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SMEM  (m·k + k·n)·2 B·2 Stages ≤ 100 KB   → 126 raus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Akku  m_prim·n_prim ≤ ½·65536 (fp32-Reg)   → 18 raus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Pruning und Kostenmodell konkret rechnen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fig_m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821" y="1572768"/>
            <a:ext cx="8703877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Alles aus device_props ausgelesen (SMEM / Register / Bandbreite / Peak) — nur Tile-Form, k_prim und L2-Gruppe variiert der Tuner.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MATHEMATIK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Zwei Kostenmodelle, zwei Physiken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F3E3A"/>
                </a:solidFill>
                <a:latin typeface="Calibri"/>
              </a:rPr>
              <a:t>Input: der geprunte Pool (A05: 342 Configs). Pro Kandidat: Prim-Tiles m/n/k_prim + L2-Gruppe m_l2·n_l2.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2A78D6"/>
                </a:solidFill>
                <a:latin typeface="Calibri"/>
              </a:rPr>
              <a:t>v2 — Bandbreite  +  Register-Filter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87168"/>
            <a:ext cx="777240" cy="4114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45352" y="1956816"/>
            <a:ext cx="5285232" cy="3657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01384" y="2103120"/>
            <a:ext cx="48280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i="0">
                <a:solidFill>
                  <a:srgbClr val="EB6834"/>
                </a:solidFill>
                <a:latin typeface="Calibri"/>
              </a:rPr>
              <a:t>roofline — max(Memory, Compute)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9672" y="2487168"/>
            <a:ext cx="777240" cy="411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2560320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① Register-Filter (der billige Ausschluss)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52928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100" b="0" i="0">
                <a:solidFill>
                  <a:srgbClr val="0B0B0B"/>
                </a:solidFill>
                <a:latin typeface="Consolas"/>
              </a:rPr>
              <a:t>m_prim·n_prim ≤ 0.4·Regs  →  256-breite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82112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0B0B0B"/>
                </a:solidFill>
                <a:latin typeface="Calibri"/>
              </a:rPr>
              <a:t>② Rank nach DRAM-Traffic / Bandbreite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Traffic = M·K · ceil(N / n_l2·n_prim)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      + K·N · ceil(M / m_l2·m_prim) + M·N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 = Traffic·2B / Bandbreite     (kein L2!)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4828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= die Physik einer bandbreiten-limitierten GPU: kleines L2, z. B. RTX 3070 (4 MB).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Spearman +0.38  ·  97.8 % Top-7  →  im Tuner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1384" y="2560320"/>
            <a:ext cx="4828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200" b="0" i="0">
                <a:solidFill>
                  <a:srgbClr val="0B0B0B"/>
                </a:solidFill>
                <a:latin typeface="Consolas"/>
              </a:rPr>
              <a:t>t = max( t_mem , t_compute 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2889504"/>
            <a:ext cx="48280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t_mem: passt die L2-Gruppe ins L2?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3182112"/>
            <a:ext cx="482803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ja   → nur Kaltladen (M·K+K·N+M·N)·2B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  nein → Worst-Case wie v2</a:t>
            </a:r>
          </a:p>
          <a:p>
            <a:pPr>
              <a:lnSpc>
                <a:spcPct val="106000"/>
              </a:lnSpc>
            </a:pPr>
            <a:r>
              <a:rPr sz="1050" b="0" i="0">
                <a:solidFill>
                  <a:srgbClr val="0B0B0B"/>
                </a:solidFill>
                <a:latin typeface="Consolas"/>
              </a:rPr>
              <a:t>t_compute = 2·M·N·K / (Peak · util)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4" y="4096512"/>
            <a:ext cx="482803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3F3E3A"/>
                </a:solidFill>
                <a:latin typeface="Calibri"/>
              </a:rPr>
              <a:t>schaltet das Regime SELBST um (L2 aus device_props): kleines L2 → memory,  GB10 25 MB → compute.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01384" y="5020056"/>
            <a:ext cx="4773168" cy="4572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38544" y="5038344"/>
            <a:ext cx="4498848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Spearman +0.50 (beste!)  ·  nur 85.5 % Top-7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Compute-Regime: t_compute hängt nicht von m_l2/n_l2 ab → viele Gleichstände; das feine L2-Reuse-Signal, das die Top-7 entscheidet, sieht roofline nicht. Beste Korrelation ≠ bester Vorfilter.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UMSETZUNG · CONFIG-AUFBAU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wir die Reihenfolge der Dimensionen definiert haben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exec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070" y="1517904"/>
            <a:ext cx="8955379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Jede Config ist by construction gültig: die Reihenfolge PAR │ SEQ │ PRIM steht fest (verify), der Tuner variiert nur die Split-Größen und A/B.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Benchmark-Setup: acht Shape-Regime je 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regi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75154"/>
            <a:ext cx="7223760" cy="3636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74519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Pro Shape: Tuner vs. Default (8×8) vs. torch.einsum;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fp16 rein, fp32 Akku; jede Config gegen torch.einsum geprüft (allclose).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8×342 (A05) + 8×171 (A06): 0 Fehlschläge, inkl. Padding-Pfad (krumm).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GPU: NVIDIA GB10 — 48 SMs, 25 MB L2, integrierter LPDDR.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Acht Regime decken square / rechteckig / K-Extreme / unteilbar / Batch ab — fair gegen drei Referenzen, alles korrekt.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68" y="1554480"/>
            <a:ext cx="6779743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920240"/>
            <a:ext cx="26517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Tuner-Pick (top-7) ≈ Default → bestätigt die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Bench-Best (von 342) nur knapp drüber;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Aber: selbst die Bench-Best bleibt auf GEMM unter cuBLAS.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Warum verliert selbst unsere Bench-Best gegen torch? cuBLAS ist eine gereifte GEMM-Library (hand-optimiertes SASS, Split-K, Pipelining) — das schlägt ein einfaches Template.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99" y="1572768"/>
            <a:ext cx="6774520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1911405"/>
            <a:ext cx="4023360" cy="34375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Anders als GEMM: unsere Bench-Best schlägt torch, wo dessen Ring-Pfad schlecht ist (tall, large_k); der Tuner schlägt zudem den Handkernel (+24 %, aus k_prim=32).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bw pur: +0.03 hier — aber die richtige Physik für kleine-L2-GPUs (3070).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v2 (bw + Reg-Filter): +0.38 · 97.8 % top-7 → im Tuner verbaut.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(L2-bewusst): +0.50 beste Korrelation, nur 85.5 % top-7.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Derselbe Hebel, aber andere Config pro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ig_crossgpu_le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389" y="1572768"/>
            <a:ext cx="7262740" cy="4069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Tuning hilft auf beiden Karten (Ø 1.36× GB10, 1.88× 3070) und die optimale Config ist in 16/16 Shapes verschieden — genau deshalb: GPU-spezifisch tunen + cachen.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der Tuner pro GPU wählt — und was es kostet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18</a:t>
            </a:r>
          </a:p>
        </p:txBody>
      </p:sp>
      <p:pic>
        <p:nvPicPr>
          <p:cNvPr id="7" name="Picture 6" descr="fig_config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8356"/>
            <a:ext cx="7635240" cy="3832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874519"/>
            <a:ext cx="34290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Optimum in 16/16 Shapes verschieden — pro GPU eine andere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Autotuner (v2, top-7) trifft ⌀ 96 % (GB10) / 90 % (3070) des Optimums.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Kosten: GB10 ~3 s/Shape; 3070 (WSL-Compile) ~3 s–2 min — Compile dominiert.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schaltet sein Regime selbst um; praktisch bleibt v2 der beste Vorfilter.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Pro GPU von Hand zu tunen ist nicht machbar — das nimmt der gecachte Tuner ab, ohne auf eine Karte zu overfitten.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0316"/>
            <a:ext cx="6903720" cy="3882542"/>
          </a:xfrm>
          <a:prstGeom prst="roundRect">
            <a:avLst/>
          </a:prstGeom>
          <a:solidFill>
            <a:srgbClr val="E9ECEF"/>
          </a:solidFill>
          <a:ln w="19050">
            <a:solidFill>
              <a:srgbClr val="CF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20316"/>
            <a:ext cx="6903720" cy="388254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0" b="1" i="0">
                <a:solidFill>
                  <a:srgbClr val="898781"/>
                </a:solidFill>
                <a:latin typeface="Calibri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92040"/>
            <a:ext cx="6903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898781"/>
                </a:solidFill>
                <a:latin typeface="Calibri"/>
              </a:rPr>
              <a:t>Tuner vs. Default — welches Bild kommt raus?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828800"/>
            <a:ext cx="4160520" cy="317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endParaRPr sz="1400" b="0" i="0" dirty="0">
              <a:solidFill>
                <a:srgbClr val="3F3E3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malt ein Bild — live auf dem DGX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20</a:t>
            </a:r>
          </a:p>
        </p:txBody>
      </p:sp>
      <p:pic>
        <p:nvPicPr>
          <p:cNvPr id="7" name="Picture 6" descr="fig_demo_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19916"/>
            <a:ext cx="6903720" cy="3883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828800"/>
            <a:ext cx="4160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Full-HD-Plasma (2 MPixel) = ein großes GEMM: Y · X.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8×8-Default vs. Tuner-Config — gleiche Mathe.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Gleiches Bild, beide gegen torch geprüft.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Krumme Shape → Default padded schlecht → Tuner gewinnt.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5074920"/>
            <a:ext cx="4023360" cy="548640"/>
          </a:xfrm>
          <a:prstGeom prst="roundRect">
            <a:avLst/>
          </a:prstGeom>
          <a:solidFill>
            <a:srgbClr val="0E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5138928"/>
            <a:ext cx="374903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▶  python demo_paint.py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enumerate 486 → prune → Top-7 messen → schnellere Config, live. Gleiches Bild, aber der Tuner ist schneller 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(+24 %).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 — auf GB10 und 3070 bestätigt: Hebel wirkt, beste Config je GPU verschieden.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6434</Words>
  <Application>Microsoft Macintosh PowerPoint</Application>
  <PresentationFormat>Breitbild</PresentationFormat>
  <Paragraphs>284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Niklas Maximilian Becker-Klöser</cp:lastModifiedBy>
  <cp:revision>3</cp:revision>
  <dcterms:created xsi:type="dcterms:W3CDTF">2013-01-27T09:14:16Z</dcterms:created>
  <dcterms:modified xsi:type="dcterms:W3CDTF">2026-07-07T11:49:34Z</dcterms:modified>
  <cp:category/>
</cp:coreProperties>
</file>